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8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EE797E-C4A2-49FF-A179-37319967C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B50D4E0D-492D-41C4-B26F-78E7434FF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B3BC960-2B5F-4A6A-84F9-377BD248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FA587DE-D2DD-4178-BB7E-561CE14A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9FCAD8C-441B-4066-BD97-FECB30EB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82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C9DA196-B4FC-4EDE-B00D-83E562A3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8288973-8011-4D84-AE95-0F9E31F97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6E80911-96FA-4BD8-8394-065289AD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955419A-8FF5-40C1-BEBF-7D567373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86ED93A-9A0B-4014-BCC6-514B1382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4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0D8C360-DF8B-47DE-841A-27FC65F7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615B56-DBEB-4E00-B5DF-D622574A5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C245FBE-F724-4E09-A410-04384056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FF40832-41AA-47FA-B6FD-C3ABC716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963AFF3-D656-4810-96EA-2CE3F1B5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6E3E5AE-17F1-4ED9-8138-F77D683F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4B21239-8668-4AD3-9FCE-FB69788E3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4C45F84-5855-4A4B-87E0-3103A78A6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72B3208-9838-41BC-BB51-A582B75F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B73560D-25EA-4429-A831-93EAB6F0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4230D17-B512-4F15-9100-E0B985F4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07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8BBC52-6632-4D84-A349-001E5E13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A133511-EE86-452B-8E3B-64770E0B5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C21E665-957F-4A8E-B523-41CDDB0A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B7E92DE-11EF-4026-B12C-ECDF4EB81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D8865F2-38D4-4E70-8449-224BA180E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48B2F989-358C-4401-AC8B-F025F4F4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BB92DF63-D79B-4C7F-A161-1F5B0761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C3BD18A7-F402-4CAB-886D-61519790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86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04E3E58-7FCF-4DE1-91FB-D44EA164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14502A6-74A5-443D-A25D-5A2EB766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67A0AB69-8893-4D78-BEE0-A48C8FC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ECE4DF90-47AF-4246-8A11-CDE08A56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91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123F795B-284D-4A3B-AF63-2B8AA9416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8E9E2763-9216-4DDC-8EA5-F91923D3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B5353EF-6827-4D33-B76B-AFDBAA14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36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D9B832C-DC72-41A7-AEA5-82C97C90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C920D9E-CFBA-4DFC-A242-CD2F4BBD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F28B799-181E-4B97-BE32-17325E4EB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ED8CFB1-777F-4552-A636-00CB8F7B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2615AC3-D458-497F-B5B4-2465C550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C3B89B1-9907-4374-90E0-D1B57131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26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9E1B517-9665-401C-8A13-7B34792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2FF2396A-8740-4369-B8D0-539DCAC7A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7959040-2939-415B-A56B-DFEE13980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CE2E4C0-C8C8-4FF6-A96C-5164C485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DF50B2D-95C4-4048-BF94-AE83193C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B1DD2FD-B128-4E6F-B24B-82EC21DE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67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D6D1227-E703-4830-B2CC-C025E337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5EB89F51-C3AF-4BEC-83CC-DF57F4820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46EEFD6-7F41-43E4-82DC-E670FC48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15808E3-F697-456F-9768-26C7D2B2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424926-A27D-43F4-8BA6-C0DB1CD0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48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AABAAC7A-B3A6-414A-B6C1-E25F6B809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7646813-4862-47E8-BDDA-D91BFA959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7F1CB96-2DCF-42C3-B655-5BEF20F4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17EA40D-0C76-4B7D-A589-376B0939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C3F28C7-0568-446F-9BBF-21E8E2CF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49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DBE1F00-C9D0-4323-BF23-1C69EB1A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624957E-0A0E-4292-A6A7-404246E06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AE45268-1D51-4F84-B504-51D64F75C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1D8F-445B-465C-9B60-711219BCC4C6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5233538-D133-47A1-88DD-829D03C15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F6E5ED6-2801-404F-8A71-63B0CA3C0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2C2B4-29F7-44DC-BD10-5DC15D0CB6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92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067680-FD1A-4E01-B98A-259B1890A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Инициация пользовательских исключений командой </a:t>
            </a:r>
            <a:r>
              <a:rPr lang="en-US" dirty="0"/>
              <a:t>RAISE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3F54673-4F50-4C6E-9F4A-ECDF2446E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 Горовой Владимир</a:t>
            </a:r>
          </a:p>
        </p:txBody>
      </p:sp>
    </p:spTree>
    <p:extLst>
      <p:ext uri="{BB962C8B-B14F-4D97-AF65-F5344CB8AC3E}">
        <p14:creationId xmlns:p14="http://schemas.microsoft.com/office/powerpoint/2010/main" val="47227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1024D3-B685-46D6-A971-2AFD327D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807"/>
            <a:ext cx="10515600" cy="1325563"/>
          </a:xfrm>
        </p:spPr>
        <p:txBody>
          <a:bodyPr/>
          <a:lstStyle/>
          <a:p>
            <a:r>
              <a:rPr lang="ru-RU" dirty="0"/>
              <a:t>Инициирование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491AA27-349C-462E-87E0-F2E8D18B2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8685"/>
            <a:ext cx="10515600" cy="4351338"/>
          </a:xfrm>
        </p:spPr>
        <p:txBody>
          <a:bodyPr/>
          <a:lstStyle/>
          <a:p>
            <a:r>
              <a:rPr lang="ru-RU" dirty="0"/>
              <a:t>Oracle инициирует исключение при обнаружении ошибки</a:t>
            </a:r>
          </a:p>
          <a:p>
            <a:r>
              <a:rPr lang="ru-RU" dirty="0"/>
              <a:t>приложение инициирует исключение командой RAISE</a:t>
            </a:r>
          </a:p>
          <a:p>
            <a:r>
              <a:rPr lang="ru-RU" dirty="0"/>
              <a:t>исключение инициируется встроенной процедурой RAISE_APPLICATION_ERROR</a:t>
            </a:r>
          </a:p>
        </p:txBody>
      </p:sp>
    </p:spTree>
    <p:extLst>
      <p:ext uri="{BB962C8B-B14F-4D97-AF65-F5344CB8AC3E}">
        <p14:creationId xmlns:p14="http://schemas.microsoft.com/office/powerpoint/2010/main" val="17891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D10E7B3-1370-4404-AE66-BC156D39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942"/>
            <a:ext cx="10515600" cy="1325563"/>
          </a:xfrm>
        </p:spPr>
        <p:txBody>
          <a:bodyPr/>
          <a:lstStyle/>
          <a:p>
            <a:r>
              <a:rPr lang="ru-RU" dirty="0"/>
              <a:t>Взаимодействие оператора </a:t>
            </a:r>
            <a:r>
              <a:rPr lang="en-US" dirty="0"/>
              <a:t>RAISE</a:t>
            </a:r>
            <a:r>
              <a:rPr lang="ru-RU" dirty="0"/>
              <a:t> с исключениями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93D54CF-4FA3-43C3-A3DC-33E8AEAA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ru-RU" dirty="0"/>
              <a:t>Анонимное исключение – исключение, с которым связан код ошибки и описание. Невозможно вызвать это исключение с помощью команды </a:t>
            </a:r>
            <a:r>
              <a:rPr lang="en-US" dirty="0"/>
              <a:t>RAISE</a:t>
            </a:r>
            <a:r>
              <a:rPr lang="ru-RU" dirty="0"/>
              <a:t>.</a:t>
            </a:r>
          </a:p>
          <a:p>
            <a:r>
              <a:rPr lang="ru-RU" dirty="0"/>
              <a:t>Именованное исключение — исключение, которому имя присвоено либо Oracle, либо разработчиком. Его можно вызвать, используя </a:t>
            </a:r>
            <a:r>
              <a:rPr lang="en-US" dirty="0"/>
              <a:t>RAISE.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2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305601-42CA-43F7-BC24-1B5A12C2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148309"/>
            <a:ext cx="10515600" cy="1325563"/>
          </a:xfrm>
        </p:spPr>
        <p:txBody>
          <a:bodyPr/>
          <a:lstStyle/>
          <a:p>
            <a:r>
              <a:rPr lang="ru-RU" dirty="0"/>
              <a:t>Работа оператора </a:t>
            </a:r>
            <a:r>
              <a:rPr lang="en-US" dirty="0"/>
              <a:t>RAISE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9D4FE10-DEB6-4ADA-906A-B46E3C7E3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1348033"/>
            <a:ext cx="11340445" cy="5509967"/>
          </a:xfrm>
        </p:spPr>
        <p:txBody>
          <a:bodyPr>
            <a:normAutofit/>
          </a:bodyPr>
          <a:lstStyle/>
          <a:p>
            <a:r>
              <a:rPr lang="ru-RU" dirty="0"/>
              <a:t>Оператор RAISE останавливает нормальное выполнение блока или подпрограммы PL/SQL и передает управление обработчику исключений.</a:t>
            </a:r>
          </a:p>
          <a:p>
            <a:r>
              <a:rPr lang="ru-RU" dirty="0"/>
              <a:t>Если PL/SQL не может найти обработчик для него в текущем блоке, исключение распространяется на последовательные окружающие блоки, пока обработчик не будет найден или пока не останется блоков для поиска. Если обработчик не найден, PL/SQL возвращает в среду хоста ошибку не обработанного исключения.</a:t>
            </a:r>
          </a:p>
          <a:p>
            <a:r>
              <a:rPr lang="ru-RU" dirty="0"/>
              <a:t>В обработчике исключений можно опустить имя исключения в операторе RAISE, который снова поднимает текущее исключение. Когда исключение поднимается повторно, первым блоком, в котором производится поиск, является окружающий блок, а не текущий блок.</a:t>
            </a:r>
          </a:p>
        </p:txBody>
      </p:sp>
    </p:spTree>
    <p:extLst>
      <p:ext uri="{BB962C8B-B14F-4D97-AF65-F5344CB8AC3E}">
        <p14:creationId xmlns:p14="http://schemas.microsoft.com/office/powerpoint/2010/main" val="87945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80EFCC8-7E9C-4629-A01B-BD913CD3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 команды </a:t>
            </a:r>
            <a:r>
              <a:rPr lang="en-US" dirty="0"/>
              <a:t>RAISE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F8C55D2-D9AA-4248-A05D-1F48A171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48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Команда имеет три формы: 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BBF1EA1-21BF-4B0E-AE22-E3410AB6A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45" y="3771408"/>
            <a:ext cx="7496175" cy="131445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019D1898-AEC9-45E5-BFA4-74DF86B01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45" y="1805111"/>
            <a:ext cx="4065274" cy="73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85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CCDCBD-5C49-480D-8293-60E3E1F6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231"/>
            <a:ext cx="10515600" cy="1325563"/>
          </a:xfrm>
        </p:spPr>
        <p:txBody>
          <a:bodyPr/>
          <a:lstStyle/>
          <a:p>
            <a:r>
              <a:rPr lang="ru-RU" dirty="0"/>
              <a:t>Первая форма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D2C85AA-6DA7-42DA-B1B6-793669988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50" y="22144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Первая форма (без имени пакета) может инициировать исключения, определенные в текущем блоке (или в содержащем его блоке), а также системные исключения, объявленные в пакете STANDARD.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385C608-925A-40F9-8663-E392014A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99" y="4166262"/>
            <a:ext cx="28765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5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EDE210E-330F-4BDA-A66D-F12B6EE6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первой 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755EB09-2932-41DA-94C7-D09DF7C97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Вызов пользовательского исключения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5BBD163-64D9-4C24-B452-34307776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17" y="2461029"/>
            <a:ext cx="4124531" cy="35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1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4A5936A-6A1B-498F-B5D2-6FEE37D3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первой 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2304312-6AD4-41E0-B0FC-25EA6F2E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Вызов системного исключения из пакета </a:t>
            </a:r>
            <a:r>
              <a:rPr lang="en-US" dirty="0"/>
              <a:t>STANDART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96143A7-9270-41D9-B52C-271F5618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02" y="2515665"/>
            <a:ext cx="7357758" cy="253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2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B17AA2-3CE9-4B5C-B361-D3254064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форма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2DED6A6-646C-4ACC-BB55-63BA9E77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исключение объявлено в пакете (но не в STANDARD) и инициируется извне, имя исключения необходимо уточнить именем пакета.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2AD8E14A-ADF6-4E8B-8A6C-5C9FF199D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86" y="4001294"/>
            <a:ext cx="5667375" cy="14763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CFBB780-9E58-470B-B1A8-DE9887989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86" y="3393534"/>
            <a:ext cx="45624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0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34BB50F-44C6-46F4-97B4-3D8129A0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900"/>
            <a:ext cx="10515600" cy="1325563"/>
          </a:xfrm>
        </p:spPr>
        <p:txBody>
          <a:bodyPr/>
          <a:lstStyle/>
          <a:p>
            <a:r>
              <a:rPr lang="ru-RU" dirty="0"/>
              <a:t>Третья форма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070B047-3B2E-4076-9871-814BEE93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1551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Третья форма RAISE не требует указывать имя исключения, но используется только в условии WHEN раздела исключений.</a:t>
            </a:r>
          </a:p>
          <a:p>
            <a:r>
              <a:rPr lang="ru-RU" sz="2400" dirty="0"/>
              <a:t>Форма используется для передачи перехваченного исключения в другой блок. Эта возможность особенно полезна в тех случаях, когда информацию об ошибке нужно записать в журнал, а сам процесс обработки возложить на родительский блок. Таким образом выполнение родительских блоков завершается без потери информации об ошибке.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1959C82C-1106-4E4C-A2B5-F4D747AC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95" y="4884680"/>
            <a:ext cx="26289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3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2AC6934-CB46-4948-B671-A44FBC3A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третьей 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8FF233D-E5B5-43B3-986C-8D5D8D85B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5EB89EB-27D9-48AD-B92A-78FAEA47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4381"/>
            <a:ext cx="79248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79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F4BAAB7-5849-4252-87E0-407C6F15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93" y="0"/>
            <a:ext cx="10515600" cy="1325563"/>
          </a:xfrm>
        </p:spPr>
        <p:txBody>
          <a:bodyPr/>
          <a:lstStyle/>
          <a:p>
            <a:r>
              <a:rPr lang="ru-RU" dirty="0"/>
              <a:t>Примеры использования оператора </a:t>
            </a:r>
            <a:r>
              <a:rPr lang="en-US" dirty="0"/>
              <a:t>RAISE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8273637-ED0B-4E68-8EDA-E8D6DB88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5AB74AE-5E70-4120-B84C-DFE3B910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2" y="1325563"/>
            <a:ext cx="8077639" cy="54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2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9BAC3E8-6968-4904-AC99-5D38F29C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2" y="-302256"/>
            <a:ext cx="10515600" cy="1325563"/>
          </a:xfrm>
        </p:spPr>
        <p:txBody>
          <a:bodyPr/>
          <a:lstStyle/>
          <a:p>
            <a:r>
              <a:rPr lang="ru-RU" dirty="0"/>
              <a:t>Примеры использования оператора </a:t>
            </a:r>
            <a:r>
              <a:rPr lang="en-US" dirty="0"/>
              <a:t>RAISE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91C0BB1-6286-4338-B42B-940167932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36" y="8856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Неправильная обработка исключения во внутреннем блоке. Исключение не передано в родительский блок, поэтому не происходит его обработка.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B7B4D30-437E-4E1C-8372-C09D08628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36" y="1753386"/>
            <a:ext cx="8087629" cy="49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5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C172F4-1EF0-4F18-A4C1-BBEFCFA9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3" y="18255"/>
            <a:ext cx="10515600" cy="1325563"/>
          </a:xfrm>
        </p:spPr>
        <p:txBody>
          <a:bodyPr/>
          <a:lstStyle/>
          <a:p>
            <a:r>
              <a:rPr lang="ru-RU" dirty="0"/>
              <a:t>Примеры использования оператора </a:t>
            </a:r>
            <a:r>
              <a:rPr lang="en-US" dirty="0"/>
              <a:t>RAISE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9E55C89-9D88-4AD7-93E1-80F5EA8C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75" y="1145296"/>
            <a:ext cx="7447962" cy="560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93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E498541-F998-4285-B7C1-43DB7E0F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828" y="2766218"/>
            <a:ext cx="5402344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0551890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365</Words>
  <Application>Microsoft Office PowerPoint</Application>
  <PresentationFormat>Широкоэкранный</PresentationFormat>
  <Paragraphs>32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Инициация пользовательских исключений командой RAISE</vt:lpstr>
      <vt:lpstr>Инициирование исключений</vt:lpstr>
      <vt:lpstr>Взаимодействие оператора RAISE с исключениями</vt:lpstr>
      <vt:lpstr>Работа оператора RAISE</vt:lpstr>
      <vt:lpstr>Синтаксис команды RAISE</vt:lpstr>
      <vt:lpstr>Первая форма</vt:lpstr>
      <vt:lpstr>Использование первой формы</vt:lpstr>
      <vt:lpstr>Использование первой формы</vt:lpstr>
      <vt:lpstr>Вторая форма</vt:lpstr>
      <vt:lpstr>Третья форма</vt:lpstr>
      <vt:lpstr>Использование третьей формы</vt:lpstr>
      <vt:lpstr>Примеры использования оператора RAISE</vt:lpstr>
      <vt:lpstr>Примеры использования оператора RAISE</vt:lpstr>
      <vt:lpstr>Примеры использования оператора RAISE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Инициация пользовательских исключений командой RAISE</dc:title>
  <dc:creator>Владимир Горовой</dc:creator>
  <cp:lastModifiedBy>Николай Волков</cp:lastModifiedBy>
  <cp:revision>1</cp:revision>
  <dcterms:created xsi:type="dcterms:W3CDTF">2022-02-17T12:23:20Z</dcterms:created>
  <dcterms:modified xsi:type="dcterms:W3CDTF">2022-02-19T09:00:15Z</dcterms:modified>
</cp:coreProperties>
</file>