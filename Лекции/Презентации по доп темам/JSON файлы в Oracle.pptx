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F28032-5642-431F-B83E-4FA612576A39}">
  <a:tblStyle styleId="{51F28032-5642-431F-B83E-4FA612576A3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6072ed5d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16072ed5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16072ed5d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16072ed5d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6072ed5d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6072ed5d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16072ed5d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16072ed5d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16072ed5d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16072ed5d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16072ed5d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16072ed5d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16072ed5d9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16072ed5d9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16072ed5d9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16072ed5d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16072ed5d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16072ed5d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16072ed5d9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16072ed5d9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16072ed5d9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16072ed5d9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16072ed5d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16072ed5d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16072ed5d9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16072ed5d9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16072ed5d9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16072ed5d9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6072ed5d9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16072ed5d9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16072ed5d9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16072ed5d9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16072ed5d9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16072ed5d9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JSON файлы в Oracle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JSON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JSON (англ. </a:t>
            </a:r>
            <a:r>
              <a:rPr i="1" lang="ru"/>
              <a:t>JavaScript Object Notation</a:t>
            </a:r>
            <a:r>
              <a:rPr lang="ru"/>
              <a:t>) — текстовый формат обмена данными, основанный на </a:t>
            </a:r>
            <a:r>
              <a:rPr i="1" lang="ru"/>
              <a:t>JavaScript</a:t>
            </a:r>
            <a:r>
              <a:rPr lang="ru"/>
              <a:t>. Но при этом формат независим от JS и может использоваться в любом языке программирования.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JSON стал популярным как формат данных для разработчиков, так как он легко читается, мало весит и быстро обрабатывается.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Людям относительно легко читать и писать в формате JSON, а программам просто генерировать и выполнять анализ. JSON часто используется для сериализации структурированных данных и обмена ими по сети, обычно между сервером и веб-приложениями.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JSON Синтаксис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Есть два основных элемента объекта JSON: ключи и значения.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ru"/>
              <a:t>Ключи</a:t>
            </a:r>
            <a:r>
              <a:rPr lang="ru"/>
              <a:t> должны быть строками. Они содержат последовательность символов, которые заключены в кавычки.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ru"/>
              <a:t>Значения</a:t>
            </a:r>
            <a:r>
              <a:rPr lang="ru"/>
              <a:t> являются допустимым типом данных JSON. Они могут быть в форме массива, объекта, строки, логического значения, числа или значения null.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Объект JSON начинается и заканчивается фигурными скобками {}. Внутри может быть две или больше пар ключей/значений с запятой для их разделения. Между тем за каждым ключом следует двоеточие, чтобы отличить его от значения.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Вот пример: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{"city":"New York", "country":"United States "}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Сравнение JSON и XML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2069100" y="1152475"/>
            <a:ext cx="500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9100" y="1152473"/>
            <a:ext cx="5005801" cy="35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сценарии использования JSON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1. Создание объекта JSON из пользовательских данных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JSON идеально подходит для хранения временных данных. Например, временные данные могут быть данными, созданными пользователем, такими как отправленная форма на веб-сайте. JSON также можно использовать в качестве формата данных для любого языка программирования, чтобы обеспечить высокий уровень взаимодействия.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2. Перенос данных между системами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В базе данных веб-сайта есть почтовый адрес заказчика, но его необходимо подтвердить с помощью API, чтобы убедиться, что он действителен. Отправьте адресные данные в формате JSON в API-сервис проверки адресов.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3. Конфигурация данных для приложений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При разработке приложений каждому приложению необходимы учетные данные для подключения к базе данных, а также путь к файлу журнала. Учетные данные и путь к файлу могут быть указаны в файле JSON для чтения и доступа.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4. Упрощение сложных моделей данных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JSON упрощает сложные документы и выделяет компоненты, которые были определены как значимые, путем преобразования процесса извлечения данных в предсказуемый и удобочитаемый файл JSON.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JSON в базе данных Oracle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База данных Oracle изначально поддерживает данные JavaScript Object Notation (JSON) с функциями реляционной базы данных, включая транзакции, индексирование, декларативные запросы и представления.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В отличие от реляционных данных, данные JSON можно хранить в базе данных, индексировать и запрашивать без какой-либо схемы, определяющей данные.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IS JSON и IS NOT JSON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017725"/>
            <a:ext cx="8520600" cy="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Это ограничения, которые накладываются на столбцы таблицы и проверяют, является ли значение правильным json. Обычный </a:t>
            </a:r>
            <a:r>
              <a:rPr b="1" lang="ru" sz="1600"/>
              <a:t>check constraint</a:t>
            </a:r>
            <a:r>
              <a:rPr lang="ru" sz="1600"/>
              <a:t>:</a:t>
            </a:r>
            <a:endParaRPr sz="1600"/>
          </a:p>
        </p:txBody>
      </p:sp>
      <p:graphicFrame>
        <p:nvGraphicFramePr>
          <p:cNvPr id="93" name="Google Shape;93;p19"/>
          <p:cNvGraphicFramePr/>
          <p:nvPr/>
        </p:nvGraphicFramePr>
        <p:xfrm>
          <a:off x="311700" y="159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{51F28032-5642-431F-B83E-4FA612576A39}</a:tableStyleId>
              </a:tblPr>
              <a:tblGrid>
                <a:gridCol w="401725"/>
                <a:gridCol w="7030400"/>
              </a:tblGrid>
              <a:tr h="1389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152400" marR="152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CREATE TABLE json_data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152400" marR="152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(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152400" marR="152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id number primary key,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152400" marR="152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date_loaded TIMESTAMP (0) WITH LOCAL TIME ZONE,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152400" marR="152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json CLOB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152400" marR="152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CONSTRAINT ensure_json CHECK (json IS JSON)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152400" marR="152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);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3122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JSON_EXISTS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3695050"/>
            <a:ext cx="8520600" cy="9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Этот оператор проверяет наличие внутри json конкретного значения. Синтаксис очень прост: </a:t>
            </a:r>
            <a:r>
              <a:rPr b="1" lang="ru" sz="1600"/>
              <a:t>json_exists(json, path error_handler on error)</a:t>
            </a:r>
            <a:r>
              <a:rPr lang="ru" sz="1600"/>
              <a:t>. Используется в case и where. Пример:</a:t>
            </a:r>
            <a:endParaRPr sz="1600"/>
          </a:p>
        </p:txBody>
      </p:sp>
      <p:graphicFrame>
        <p:nvGraphicFramePr>
          <p:cNvPr id="96" name="Google Shape;96;p19"/>
          <p:cNvGraphicFramePr/>
          <p:nvPr/>
        </p:nvGraphicFramePr>
        <p:xfrm>
          <a:off x="311700" y="4473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{51F28032-5642-431F-B83E-4FA612576A39}</a:tableStyleId>
              </a:tblPr>
              <a:tblGrid>
                <a:gridCol w="382850"/>
                <a:gridCol w="6000750"/>
              </a:tblGrid>
              <a:tr h="57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152400" marR="152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 *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152400" marR="152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FROM json_data WHERE json_exists(json, '$.DATA');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таблицы с JSON-объектом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0363" y="1152475"/>
            <a:ext cx="397192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17725"/>
            <a:ext cx="4548676" cy="3745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Выборка данных из JSON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SELECT po.po_document.PONumber FROM j_purchaseorder po;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SELECT po.po_document.ShippingInstructions.Phone FROM j_purchaseorder po;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SELECT po.po_document.ShippingInstructions.Address.city FROM j_purchaseorder po;</a:t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00500"/>
            <a:ext cx="1278700" cy="44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571750"/>
            <a:ext cx="1977064" cy="44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864700"/>
            <a:ext cx="2027840" cy="44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/>
        </p:nvSpPr>
        <p:spPr>
          <a:xfrm>
            <a:off x="311700" y="2071475"/>
            <a:ext cx="6642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/>
              <a:t>JSON_VALUE</a:t>
            </a:r>
            <a:endParaRPr sz="2500"/>
          </a:p>
        </p:txBody>
      </p:sp>
      <p:graphicFrame>
        <p:nvGraphicFramePr>
          <p:cNvPr id="119" name="Google Shape;119;p22"/>
          <p:cNvGraphicFramePr/>
          <p:nvPr/>
        </p:nvGraphicFramePr>
        <p:xfrm>
          <a:off x="311700" y="331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{51F28032-5642-431F-B83E-4FA612576A39}</a:tableStyleId>
              </a:tblPr>
              <a:tblGrid>
                <a:gridCol w="382850"/>
                <a:gridCol w="6000750"/>
              </a:tblGrid>
              <a:tr h="665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152400" marR="152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 json_value(json, '$.DATA')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152400" marR="152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FROM json_data WHERE json_exists(json, '$.DATA')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0" name="Google Shape;120;p22"/>
          <p:cNvSpPr txBox="1"/>
          <p:nvPr/>
        </p:nvSpPr>
        <p:spPr>
          <a:xfrm>
            <a:off x="311700" y="26408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5E5E5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SQL-функция json_value возвращает скалярное значение из переданного json. Синтаксис: json_value(json, path returning datatype error_handler on error):</a:t>
            </a:r>
            <a:endParaRPr sz="1800"/>
          </a:p>
        </p:txBody>
      </p:sp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JSON_QUERY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017725"/>
            <a:ext cx="8520600" cy="4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Функция возвращает часть json как строку.</a:t>
            </a:r>
            <a:endParaRPr sz="1600"/>
          </a:p>
        </p:txBody>
      </p:sp>
      <p:graphicFrame>
        <p:nvGraphicFramePr>
          <p:cNvPr id="123" name="Google Shape;123;p22"/>
          <p:cNvGraphicFramePr/>
          <p:nvPr/>
        </p:nvGraphicFramePr>
        <p:xfrm>
          <a:off x="311700" y="146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{51F28032-5642-431F-B83E-4FA612576A39}</a:tableStyleId>
              </a:tblPr>
              <a:tblGrid>
                <a:gridCol w="382850"/>
                <a:gridCol w="6000750"/>
              </a:tblGrid>
              <a:tr h="57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152400" marR="152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 json_query(json, '$.ARRAY[*]')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152400" marR="152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 json_data WHERE json_exists(json, '$.ARRAY')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json_exists пример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63"/>
            <a:ext cx="7962900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json_value, json_query примеры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43865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940088"/>
            <a:ext cx="5924550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JSON_TABLE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1152475"/>
            <a:ext cx="8520600" cy="17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Функция возвращает часть json как строку.Функция позволяет обращаться к json как к таблице. Синтаксис: json_table(json, path error_handler ON ERROR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COLUMNS («COLUMN_ALIAS» data_type PATH json_path), («COLUMN_ALIAS2» data_type PATH json_path)…)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/>
              <a:t>Оптимизатор может заменять несколько вызовов json_value и json_exists на json_table. Пример использования:</a:t>
            </a:r>
            <a:endParaRPr sz="1600"/>
          </a:p>
        </p:txBody>
      </p:sp>
      <p:graphicFrame>
        <p:nvGraphicFramePr>
          <p:cNvPr id="145" name="Google Shape;145;p25"/>
          <p:cNvGraphicFramePr/>
          <p:nvPr/>
        </p:nvGraphicFramePr>
        <p:xfrm>
          <a:off x="311700" y="290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{51F28032-5642-431F-B83E-4FA612576A39}</a:tableStyleId>
              </a:tblPr>
              <a:tblGrid>
                <a:gridCol w="391075"/>
                <a:gridCol w="5366925"/>
              </a:tblGrid>
              <a:tr h="57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152400" marR="152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 *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152400" marR="152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FROM json_table('{"FIELD_1" : "A", "FIELD_2": "B"}',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152400" marR="152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'$'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152400" marR="152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COLUMNS FIELD_1 path '$.FIELD_1',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152400" marR="152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E5E5E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FIELD_2 path '$.FIELD_2')</a:t>
                      </a:r>
                      <a:endParaRPr sz="1200">
                        <a:solidFill>
                          <a:srgbClr val="5E5E5E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46" name="Google Shape;146;p25"/>
          <p:cNvSpPr txBox="1"/>
          <p:nvPr/>
        </p:nvSpPr>
        <p:spPr>
          <a:xfrm>
            <a:off x="5962300" y="2906275"/>
            <a:ext cx="2870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Синтаксис JSON PATH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$ — текущий элемент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. — доступ к полю объекта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[] — доступ к элементам массива, либо по номеру в скобках, либо ко всем — по знаку *.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509050"/>
            <a:ext cx="1819275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</a:t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Допустим у нас есть json следующего содержания: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{“NAME”: “Ivan”, CHILDRENS: [{“NAME” : “Marya”}, {“NAME”: “Oleg”}]}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Примеры запросов: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$ — текущий элемент( {“NAME”: “Ivan”, CHILDRENS: [{“NAME” : “Marya”}, {“NAME”: “Oleg” }]})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$.NAME — поле в текущем элементе( “Ivan”)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$.CHILDRENS[0] — первый элемент массива childrens корневого элемента( {“NAME” : “Marya”</a:t>
            </a:r>
            <a:r>
              <a:rPr lang="ru"/>
              <a:t>}</a:t>
            </a:r>
            <a:r>
              <a:rPr lang="ru"/>
              <a:t>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$.CHILDRENS[*] — весь массив childrens( {“NAME” : “Marya”}, {“NAME”: “Oleg” })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$.CHILDRENS[*].NAME — все ключи name массива children,( Marya, Oleg)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Примеры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4" y="1152479"/>
            <a:ext cx="8520600" cy="2831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Примеры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9"/>
            <a:ext cx="8520599" cy="3064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Еще json_table</a:t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Еще json_table</a:t>
            </a:r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152474"/>
            <a:ext cx="3999901" cy="244585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2400" y="1152475"/>
            <a:ext cx="3999900" cy="2073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