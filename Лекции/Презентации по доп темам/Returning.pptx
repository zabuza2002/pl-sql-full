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7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88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53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116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232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765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27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39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77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250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796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771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504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270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6877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804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1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B55D3-4F23-4822-9D41-BF4A2EB2F986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EC5AAD2-ACF4-49F1-BD1E-ACDE63A127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98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FAE26-513D-4A1A-ADD1-42931428F3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Конструкция </a:t>
            </a:r>
            <a:r>
              <a:rPr lang="en-US" dirty="0"/>
              <a:t>RETURNING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B388A9-34F1-4AB3-9046-A6AA7EBF58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Подготовил</a:t>
            </a:r>
            <a:r>
              <a:rPr lang="en-US" dirty="0"/>
              <a:t>: </a:t>
            </a:r>
            <a:endParaRPr lang="ru-RU" dirty="0"/>
          </a:p>
          <a:p>
            <a:pPr algn="r"/>
            <a:r>
              <a:rPr lang="ru-RU" dirty="0"/>
              <a:t>Сарватдинов Дмитрий</a:t>
            </a:r>
          </a:p>
        </p:txBody>
      </p:sp>
    </p:spTree>
    <p:extLst>
      <p:ext uri="{BB962C8B-B14F-4D97-AF65-F5344CB8AC3E}">
        <p14:creationId xmlns:p14="http://schemas.microsoft.com/office/powerpoint/2010/main" val="233601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0E273-87FF-440E-9DD7-1A23D36F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</a:t>
            </a:r>
            <a:endParaRPr lang="ru-RU" dirty="0"/>
          </a:p>
        </p:txBody>
      </p:sp>
      <p:pic>
        <p:nvPicPr>
          <p:cNvPr id="5" name="Объект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9F0BC928-3296-403B-991E-E28997F12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3" t="39490" r="19247" b="35215"/>
          <a:stretch/>
        </p:blipFill>
        <p:spPr>
          <a:xfrm>
            <a:off x="968208" y="2357022"/>
            <a:ext cx="7487773" cy="2001915"/>
          </a:xfrm>
        </p:spPr>
      </p:pic>
    </p:spTree>
    <p:extLst>
      <p:ext uri="{BB962C8B-B14F-4D97-AF65-F5344CB8AC3E}">
        <p14:creationId xmlns:p14="http://schemas.microsoft.com/office/powerpoint/2010/main" val="4059777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28A4F-0E1A-4612-A7C7-2AC248759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Секция RETURNING в командах DML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DAD11C-4A0D-4667-A33E-3100E287F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b="0" i="0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Допустим, вы выполнили команду </a:t>
            </a:r>
            <a:r>
              <a:rPr lang="ru-RU" b="0" i="1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UPDATE</a:t>
            </a:r>
            <a:r>
              <a:rPr lang="ru-RU" b="0" i="0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 или </a:t>
            </a:r>
            <a:r>
              <a:rPr lang="ru-RU" b="0" i="1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lang="ru-RU" b="0" i="0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 и хотите получить ее результаты для дальнейшей обработки. Вместо того чтобы выполнять отдельный запрос, можно включить в команду условие </a:t>
            </a:r>
            <a:r>
              <a:rPr lang="ru-RU" b="0" i="1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RETURNING</a:t>
            </a:r>
            <a:r>
              <a:rPr lang="ru-RU" b="0" i="0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, с которым нужная информация будет записана непосредственно в переменные программы. Это позволяет сократить сетевой трафик и затраты ресурсов сервера, а также свести к минимуму количество курсоров, откры­ваемых и используемых приложением.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497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F39D2D-D71B-46BA-A49F-ACE3068A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1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3EBAF68-DD13-41B0-9E2D-152DD3C5B3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5571" y="1690688"/>
            <a:ext cx="11560857" cy="4315233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DECLARE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myname employees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last_name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mysal employees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salary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rec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employees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	UPDATE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employees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	SET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salary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salary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	WHERE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employee_id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rec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employee_id RETURNING salary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last_name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mysal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myname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DBMS_OUTPUT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PUT_LINE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'Новый оклад '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myname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 = '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mysal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556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08D2F-1010-4D9D-AD5A-85302266F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2C28F3-E260-4C87-9638-31CFB6854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Допустим, команда</a:t>
            </a:r>
            <a:r>
              <a:rPr lang="ru-RU" b="0" i="1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 UPDATE</a:t>
            </a:r>
            <a:r>
              <a:rPr lang="ru-RU" b="0" i="0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 изменяет более одной строки. В этом случае можно не просто сохранить возвращаемые значения в переменных, а записать их как элементы коллек­ции при помощи синтаксиса</a:t>
            </a:r>
            <a:r>
              <a:rPr lang="ru-RU" b="0" i="1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 BULK COLLECT</a:t>
            </a:r>
            <a:r>
              <a:rPr lang="ru-RU" b="0" i="0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. Этот прием продемонстрирован на примере команды </a:t>
            </a:r>
            <a:r>
              <a:rPr lang="ru-RU" b="0" i="1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FORALL</a:t>
            </a:r>
            <a:r>
              <a:rPr lang="ru-RU" b="0" i="0" dirty="0">
                <a:solidFill>
                  <a:srgbClr val="5F5F5F"/>
                </a:solidFill>
                <a:effectLst/>
                <a:latin typeface="Arial" panose="020B0604020202020204" pitchFamily="34" charset="0"/>
              </a:rPr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9465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474F5-E58E-4CE0-BF5B-DA62FF535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2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D14CF25-F3A6-42C8-8B70-A77486C23E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9544"/>
            <a:ext cx="10515600" cy="3545792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DECLARE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name_varray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new_salaries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number_varray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populate_arrays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new_salaries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FORALL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names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names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compensation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	SET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salary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new_salaries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	WHERE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last_name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RETURNING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salary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BULK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COLLECT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new_salaries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076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E43A21-5B83-4C38-A738-2A00B53C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ABCECC-F1CB-4C91-90F4-B2466095B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3797"/>
            <a:ext cx="8596668" cy="526316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CREATE OR REPLACE PROCEDURE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emp_comp_update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(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p_empno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IN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emp.empno%TYPE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p_sal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IN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emp.sal%TYPE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p_comm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IN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emp.comm%TYPE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)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IS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emp.empno%TYPE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v_ename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emp.ename%TYPE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v_job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emp.job%TYPE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v_sal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emp.sal%TYPE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v_comm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emp.comm%TYPE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v_deptno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emp.deptno%TYPE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BEGIN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UPDATE emp SET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sal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=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p_sal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, comm =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p_comm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WHERE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=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p_empno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RETURNING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ename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, job,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sal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, comm,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deptno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INTO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v_ename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v_job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v_sal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v_comm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v_deptno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IF SQL%FOUND THEN DBMS_OUTPUT.PUT_LINE('Updated Employee #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);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DBMS_OUTPUT.PUT_LINE('Name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v_ename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);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DBMS_OUTPUT.PUT_LINE('Job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v_job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);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DBMS_OUTPUT.PUT_LINE('Department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v_deptno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);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DBMS_OUTPUT.PUT_LINE('New Salary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v_sal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);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DBMS_OUTPUT.PUT_LINE('New Commission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v_comm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);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ELSE DBMS_OUTPUT.PUT_LINE('Employee #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p_empno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 || ' not found’);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ru-RU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	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END IF; </a:t>
            </a:r>
            <a:endParaRPr lang="ru-RU" b="0" i="0" dirty="0">
              <a:solidFill>
                <a:schemeClr val="tx1"/>
              </a:solidFill>
              <a:effectLst/>
              <a:latin typeface="IBM Plex Mono" panose="020B0604020202020204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604020202020204" pitchFamily="49" charset="-52"/>
              </a:rPr>
              <a:t>END;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00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73058-D415-4DF7-9385-24EE175FB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8439"/>
          </a:xfrm>
        </p:spPr>
        <p:txBody>
          <a:bodyPr/>
          <a:lstStyle/>
          <a:p>
            <a:r>
              <a:rPr lang="ru-RU" dirty="0"/>
              <a:t>Пример 3 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D9C538-5548-436E-BB50-FEF9190DE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EXEC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emp_comp_update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(9503, 6540, 1200);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Updated Employee # : 9503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Name : PETERSON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Job : ANALYST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Department : 40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New Salary : 6540.00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New Commission : 1200.00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43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C992F-5DBE-4533-B840-5D8EE535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8E2C26-333D-417B-B55C-ACAA43EAC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8039"/>
            <a:ext cx="8596668" cy="52545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CREATE OR REPLACE PROCEDURE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emp_delete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 (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p_empno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 IN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emp.empno%TYPE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 )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IS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r_emp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emp%ROWTYPE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;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BEGIN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DELETE FROM emp WHERE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 =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p_empno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RETURNING * INTO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r_emp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;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IF SQL%FOUND THEN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DBMS_OUTPUT.PUT_LINE('Deleted Employee #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r_emp.empno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); DBMS_OUTPUT.PUT_LINE('Name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r_emp.ename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); DBMS_OUTPUT.PUT_LINE('Job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r_emp.job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); DBMS_OUTPUT.PUT_LINE('Manager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r_emp.mgr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); DBMS_OUTPUT.PUT_LINE('Hire Date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r_emp.hiredate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); DBMS_OUTPUT.PUT_LINE('Salary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r_emp.sal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); DBMS_OUTPUT.PUT_LINE('Commission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r_emp.comm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); DBMS_OUTPUT.PUT_LINE('Department :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r_emp.deptno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); ELSE DBMS_OUTPUT.PUT_LINE('Employee # ' ||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p_empno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 || ' not found'); END IF;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END;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77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9A571-9550-41EB-9554-B332DE47F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4 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2CBB59-2CB6-4570-B75C-BB52BD362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EXEC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emp_delete</a:t>
            </a: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(9503);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Deleted Employee # : 9503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Name : PETERSON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Job : ANALYST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Manager : 7902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Hire Date : 31-MAR-05 00:00:00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Salary : 6540.00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Commission : 1200.00 </a:t>
            </a:r>
            <a:endParaRPr lang="ru-RU" b="0" i="0" dirty="0">
              <a:solidFill>
                <a:schemeClr val="tx1"/>
              </a:solidFill>
              <a:effectLst/>
              <a:latin typeface="IBM Plex Mono" panose="020B0509050203000203" pitchFamily="49" charset="-52"/>
            </a:endParaRPr>
          </a:p>
          <a:p>
            <a:pPr marL="0" indent="0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IBM Plex Mono" panose="020B0509050203000203" pitchFamily="49" charset="-52"/>
              </a:rPr>
              <a:t>Department : 40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16311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151</TotalTime>
  <Words>886</Words>
  <Application>Microsoft Office PowerPoint</Application>
  <PresentationFormat>Широкоэкранный</PresentationFormat>
  <Paragraphs>86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Consolas</vt:lpstr>
      <vt:lpstr>IBM Plex Mono</vt:lpstr>
      <vt:lpstr>Trebuchet MS</vt:lpstr>
      <vt:lpstr>Wingdings 3</vt:lpstr>
      <vt:lpstr>Аспект</vt:lpstr>
      <vt:lpstr>Конструкция RETURNING</vt:lpstr>
      <vt:lpstr>RETURNING</vt:lpstr>
      <vt:lpstr>Секция RETURNING в командах DML</vt:lpstr>
      <vt:lpstr>Пример 1</vt:lpstr>
      <vt:lpstr>Презентация PowerPoint</vt:lpstr>
      <vt:lpstr>Пример 2</vt:lpstr>
      <vt:lpstr>Пример 3</vt:lpstr>
      <vt:lpstr>Пример 3 вывод</vt:lpstr>
      <vt:lpstr>Пример 4</vt:lpstr>
      <vt:lpstr>Пример 4 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Конструкция RETURNING</dc:title>
  <dc:creator>Sarva</dc:creator>
  <cp:lastModifiedBy>Sarva</cp:lastModifiedBy>
  <cp:revision>4</cp:revision>
  <dcterms:created xsi:type="dcterms:W3CDTF">2022-02-21T16:11:34Z</dcterms:created>
  <dcterms:modified xsi:type="dcterms:W3CDTF">2022-02-28T17:13:54Z</dcterms:modified>
</cp:coreProperties>
</file>