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9"/>
    <p:sldId id="263" r:id="rId10"/>
    <p:sldId id="264" r:id="rId11"/>
    <p:sldId id="266" r:id="rId12"/>
    <p:sldId id="267" r:id="rId13"/>
    <p:sldId id="268" r:id="rId14"/>
    <p:sldId id="269" r:id="rId15"/>
    <p:sldId id="271" r:id="rId1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77C3EE8-8DF7-48EB-BEE7-7DDBB75750B1}" v="1166" dt="2022-02-21T14:14:28.50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2" autoAdjust="0"/>
    <p:restoredTop sz="94660"/>
  </p:normalViewPr>
  <p:slideViewPr>
    <p:cSldViewPr snapToGrid="0">
      <p:cViewPr varScale="1">
        <p:scale>
          <a:sx n="89" d="100"/>
          <a:sy n="89" d="100"/>
        </p:scale>
        <p:origin x="8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 descr="Tag=AccentColor&#10;Flavor=Light&#10;Target=FillAndLine">
            <a:extLst>
              <a:ext uri="{FF2B5EF4-FFF2-40B4-BE49-F238E27FC236}">
                <a16:creationId xmlns:a16="http://schemas.microsoft.com/office/drawing/2014/main" id="{DA381740-063A-41A4-836D-85D14980EEF0}"/>
              </a:ext>
            </a:extLst>
          </p:cNvPr>
          <p:cNvSpPr/>
          <p:nvPr/>
        </p:nvSpPr>
        <p:spPr>
          <a:xfrm>
            <a:off x="838200" y="4736883"/>
            <a:ext cx="4243589" cy="27432"/>
          </a:xfrm>
          <a:custGeom>
            <a:avLst/>
            <a:gdLst>
              <a:gd name="connsiteX0" fmla="*/ 0 w 4243589"/>
              <a:gd name="connsiteY0" fmla="*/ 0 h 27432"/>
              <a:gd name="connsiteX1" fmla="*/ 563791 w 4243589"/>
              <a:gd name="connsiteY1" fmla="*/ 0 h 27432"/>
              <a:gd name="connsiteX2" fmla="*/ 1042710 w 4243589"/>
              <a:gd name="connsiteY2" fmla="*/ 0 h 27432"/>
              <a:gd name="connsiteX3" fmla="*/ 1564066 w 4243589"/>
              <a:gd name="connsiteY3" fmla="*/ 0 h 27432"/>
              <a:gd name="connsiteX4" fmla="*/ 2212729 w 4243589"/>
              <a:gd name="connsiteY4" fmla="*/ 0 h 27432"/>
              <a:gd name="connsiteX5" fmla="*/ 2776520 w 4243589"/>
              <a:gd name="connsiteY5" fmla="*/ 0 h 27432"/>
              <a:gd name="connsiteX6" fmla="*/ 3297875 w 4243589"/>
              <a:gd name="connsiteY6" fmla="*/ 0 h 27432"/>
              <a:gd name="connsiteX7" fmla="*/ 4243589 w 4243589"/>
              <a:gd name="connsiteY7" fmla="*/ 0 h 27432"/>
              <a:gd name="connsiteX8" fmla="*/ 4243589 w 4243589"/>
              <a:gd name="connsiteY8" fmla="*/ 27432 h 27432"/>
              <a:gd name="connsiteX9" fmla="*/ 3637362 w 4243589"/>
              <a:gd name="connsiteY9" fmla="*/ 27432 h 27432"/>
              <a:gd name="connsiteX10" fmla="*/ 3116007 w 4243589"/>
              <a:gd name="connsiteY10" fmla="*/ 27432 h 27432"/>
              <a:gd name="connsiteX11" fmla="*/ 2424908 w 4243589"/>
              <a:gd name="connsiteY11" fmla="*/ 27432 h 27432"/>
              <a:gd name="connsiteX12" fmla="*/ 1861117 w 4243589"/>
              <a:gd name="connsiteY12" fmla="*/ 27432 h 27432"/>
              <a:gd name="connsiteX13" fmla="*/ 1382198 w 4243589"/>
              <a:gd name="connsiteY13" fmla="*/ 27432 h 27432"/>
              <a:gd name="connsiteX14" fmla="*/ 733535 w 4243589"/>
              <a:gd name="connsiteY14" fmla="*/ 27432 h 27432"/>
              <a:gd name="connsiteX15" fmla="*/ 0 w 4243589"/>
              <a:gd name="connsiteY15" fmla="*/ 27432 h 27432"/>
              <a:gd name="connsiteX16" fmla="*/ 0 w 4243589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EF9DF8-704A-44AE-8850-307DDACC93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1248" y="448056"/>
            <a:ext cx="10515600" cy="4069080"/>
          </a:xfrm>
        </p:spPr>
        <p:txBody>
          <a:bodyPr anchor="b">
            <a:noAutofit/>
          </a:bodyPr>
          <a:lstStyle>
            <a:lvl1pPr algn="l">
              <a:defRPr sz="9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C72E09-06F3-48B9-9B95-DE15EC9801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1248" y="4983480"/>
            <a:ext cx="10515600" cy="1124712"/>
          </a:xfrm>
        </p:spPr>
        <p:txBody>
          <a:bodyPr>
            <a:normAutofit/>
          </a:bodyPr>
          <a:lstStyle>
            <a:lvl1pPr marL="0" indent="0" algn="l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1CD474-E5E1-4D01-97F6-0C9FC09332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2/21/2022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36BBC7-EB9B-4B36-88E9-DBF65D270E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8786C7-DD8D-492F-9A9A-A7B3EBE27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35221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5D02BC-5A24-47F7-A4DF-B93FBC0C51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E9219E-EE74-4093-94D6-F663E059C5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A61642-BFBA-48AE-A29C-C2AA7386AE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2/21/2022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D2029B-6646-4DBF-A302-76A513FC6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6D4DFD-766F-4E45-A00C-2B5E8CE9A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 descr="Tag=AccentColor&#10;Flavor=Light&#10;Target=FillAndLine">
            <a:extLst>
              <a:ext uri="{FF2B5EF4-FFF2-40B4-BE49-F238E27FC236}">
                <a16:creationId xmlns:a16="http://schemas.microsoft.com/office/drawing/2014/main" id="{EBDD1931-9E86-4402-9A68-33A2D9EFB198}"/>
              </a:ext>
            </a:extLst>
          </p:cNvPr>
          <p:cNvSpPr/>
          <p:nvPr/>
        </p:nvSpPr>
        <p:spPr>
          <a:xfrm>
            <a:off x="838199" y="1709928"/>
            <a:ext cx="10515600" cy="27432"/>
          </a:xfrm>
          <a:custGeom>
            <a:avLst/>
            <a:gdLst>
              <a:gd name="connsiteX0" fmla="*/ 0 w 10515600"/>
              <a:gd name="connsiteY0" fmla="*/ 0 h 27432"/>
              <a:gd name="connsiteX1" fmla="*/ 446913 w 10515600"/>
              <a:gd name="connsiteY1" fmla="*/ 0 h 27432"/>
              <a:gd name="connsiteX2" fmla="*/ 1104138 w 10515600"/>
              <a:gd name="connsiteY2" fmla="*/ 0 h 27432"/>
              <a:gd name="connsiteX3" fmla="*/ 1866519 w 10515600"/>
              <a:gd name="connsiteY3" fmla="*/ 0 h 27432"/>
              <a:gd name="connsiteX4" fmla="*/ 2208276 w 10515600"/>
              <a:gd name="connsiteY4" fmla="*/ 0 h 27432"/>
              <a:gd name="connsiteX5" fmla="*/ 2550033 w 10515600"/>
              <a:gd name="connsiteY5" fmla="*/ 0 h 27432"/>
              <a:gd name="connsiteX6" fmla="*/ 3417570 w 10515600"/>
              <a:gd name="connsiteY6" fmla="*/ 0 h 27432"/>
              <a:gd name="connsiteX7" fmla="*/ 4074795 w 10515600"/>
              <a:gd name="connsiteY7" fmla="*/ 0 h 27432"/>
              <a:gd name="connsiteX8" fmla="*/ 4416552 w 10515600"/>
              <a:gd name="connsiteY8" fmla="*/ 0 h 27432"/>
              <a:gd name="connsiteX9" fmla="*/ 5073777 w 10515600"/>
              <a:gd name="connsiteY9" fmla="*/ 0 h 27432"/>
              <a:gd name="connsiteX10" fmla="*/ 5941314 w 10515600"/>
              <a:gd name="connsiteY10" fmla="*/ 0 h 27432"/>
              <a:gd name="connsiteX11" fmla="*/ 6493383 w 10515600"/>
              <a:gd name="connsiteY11" fmla="*/ 0 h 27432"/>
              <a:gd name="connsiteX12" fmla="*/ 7045452 w 10515600"/>
              <a:gd name="connsiteY12" fmla="*/ 0 h 27432"/>
              <a:gd name="connsiteX13" fmla="*/ 7702677 w 10515600"/>
              <a:gd name="connsiteY13" fmla="*/ 0 h 27432"/>
              <a:gd name="connsiteX14" fmla="*/ 8465058 w 10515600"/>
              <a:gd name="connsiteY14" fmla="*/ 0 h 27432"/>
              <a:gd name="connsiteX15" fmla="*/ 9227439 w 10515600"/>
              <a:gd name="connsiteY15" fmla="*/ 0 h 27432"/>
              <a:gd name="connsiteX16" fmla="*/ 10515600 w 10515600"/>
              <a:gd name="connsiteY16" fmla="*/ 0 h 27432"/>
              <a:gd name="connsiteX17" fmla="*/ 10515600 w 10515600"/>
              <a:gd name="connsiteY17" fmla="*/ 27432 h 27432"/>
              <a:gd name="connsiteX18" fmla="*/ 10068687 w 10515600"/>
              <a:gd name="connsiteY18" fmla="*/ 27432 h 27432"/>
              <a:gd name="connsiteX19" fmla="*/ 9201150 w 10515600"/>
              <a:gd name="connsiteY19" fmla="*/ 27432 h 27432"/>
              <a:gd name="connsiteX20" fmla="*/ 8543925 w 10515600"/>
              <a:gd name="connsiteY20" fmla="*/ 27432 h 27432"/>
              <a:gd name="connsiteX21" fmla="*/ 8202168 w 10515600"/>
              <a:gd name="connsiteY21" fmla="*/ 27432 h 27432"/>
              <a:gd name="connsiteX22" fmla="*/ 7544943 w 10515600"/>
              <a:gd name="connsiteY22" fmla="*/ 27432 h 27432"/>
              <a:gd name="connsiteX23" fmla="*/ 6992874 w 10515600"/>
              <a:gd name="connsiteY23" fmla="*/ 27432 h 27432"/>
              <a:gd name="connsiteX24" fmla="*/ 6440805 w 10515600"/>
              <a:gd name="connsiteY24" fmla="*/ 27432 h 27432"/>
              <a:gd name="connsiteX25" fmla="*/ 5888736 w 10515600"/>
              <a:gd name="connsiteY25" fmla="*/ 27432 h 27432"/>
              <a:gd name="connsiteX26" fmla="*/ 5336667 w 10515600"/>
              <a:gd name="connsiteY26" fmla="*/ 27432 h 27432"/>
              <a:gd name="connsiteX27" fmla="*/ 4574286 w 10515600"/>
              <a:gd name="connsiteY27" fmla="*/ 27432 h 27432"/>
              <a:gd name="connsiteX28" fmla="*/ 3917061 w 10515600"/>
              <a:gd name="connsiteY28" fmla="*/ 27432 h 27432"/>
              <a:gd name="connsiteX29" fmla="*/ 3575304 w 10515600"/>
              <a:gd name="connsiteY29" fmla="*/ 27432 h 27432"/>
              <a:gd name="connsiteX30" fmla="*/ 3023235 w 10515600"/>
              <a:gd name="connsiteY30" fmla="*/ 27432 h 27432"/>
              <a:gd name="connsiteX31" fmla="*/ 2260854 w 10515600"/>
              <a:gd name="connsiteY31" fmla="*/ 27432 h 27432"/>
              <a:gd name="connsiteX32" fmla="*/ 1813941 w 10515600"/>
              <a:gd name="connsiteY32" fmla="*/ 27432 h 27432"/>
              <a:gd name="connsiteX33" fmla="*/ 946404 w 10515600"/>
              <a:gd name="connsiteY33" fmla="*/ 27432 h 27432"/>
              <a:gd name="connsiteX34" fmla="*/ 0 w 10515600"/>
              <a:gd name="connsiteY34" fmla="*/ 27432 h 27432"/>
              <a:gd name="connsiteX35" fmla="*/ 0 w 10515600"/>
              <a:gd name="connsiteY35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515600" h="27432" fill="none" extrusionOk="0">
                <a:moveTo>
                  <a:pt x="0" y="0"/>
                </a:moveTo>
                <a:cubicBezTo>
                  <a:pt x="119693" y="-14343"/>
                  <a:pt x="253007" y="-7583"/>
                  <a:pt x="446913" y="0"/>
                </a:cubicBezTo>
                <a:cubicBezTo>
                  <a:pt x="640819" y="7583"/>
                  <a:pt x="841419" y="-7067"/>
                  <a:pt x="1104138" y="0"/>
                </a:cubicBezTo>
                <a:cubicBezTo>
                  <a:pt x="1366858" y="7067"/>
                  <a:pt x="1495525" y="1255"/>
                  <a:pt x="1866519" y="0"/>
                </a:cubicBezTo>
                <a:cubicBezTo>
                  <a:pt x="2237513" y="-1255"/>
                  <a:pt x="2043820" y="12003"/>
                  <a:pt x="2208276" y="0"/>
                </a:cubicBezTo>
                <a:cubicBezTo>
                  <a:pt x="2372732" y="-12003"/>
                  <a:pt x="2419452" y="9887"/>
                  <a:pt x="2550033" y="0"/>
                </a:cubicBezTo>
                <a:cubicBezTo>
                  <a:pt x="2680614" y="-9887"/>
                  <a:pt x="3098156" y="3827"/>
                  <a:pt x="3417570" y="0"/>
                </a:cubicBezTo>
                <a:cubicBezTo>
                  <a:pt x="3736984" y="-3827"/>
                  <a:pt x="3916040" y="-6233"/>
                  <a:pt x="4074795" y="0"/>
                </a:cubicBezTo>
                <a:cubicBezTo>
                  <a:pt x="4233551" y="6233"/>
                  <a:pt x="4279253" y="5661"/>
                  <a:pt x="4416552" y="0"/>
                </a:cubicBezTo>
                <a:cubicBezTo>
                  <a:pt x="4553851" y="-5661"/>
                  <a:pt x="4915758" y="26022"/>
                  <a:pt x="5073777" y="0"/>
                </a:cubicBezTo>
                <a:cubicBezTo>
                  <a:pt x="5231797" y="-26022"/>
                  <a:pt x="5612089" y="32230"/>
                  <a:pt x="5941314" y="0"/>
                </a:cubicBezTo>
                <a:cubicBezTo>
                  <a:pt x="6270539" y="-32230"/>
                  <a:pt x="6313600" y="3064"/>
                  <a:pt x="6493383" y="0"/>
                </a:cubicBezTo>
                <a:cubicBezTo>
                  <a:pt x="6673166" y="-3064"/>
                  <a:pt x="6902474" y="-21096"/>
                  <a:pt x="7045452" y="0"/>
                </a:cubicBezTo>
                <a:cubicBezTo>
                  <a:pt x="7188430" y="21096"/>
                  <a:pt x="7478162" y="17386"/>
                  <a:pt x="7702677" y="0"/>
                </a:cubicBezTo>
                <a:cubicBezTo>
                  <a:pt x="7927192" y="-17386"/>
                  <a:pt x="8295683" y="-35143"/>
                  <a:pt x="8465058" y="0"/>
                </a:cubicBezTo>
                <a:cubicBezTo>
                  <a:pt x="8634433" y="35143"/>
                  <a:pt x="8927835" y="4103"/>
                  <a:pt x="9227439" y="0"/>
                </a:cubicBezTo>
                <a:cubicBezTo>
                  <a:pt x="9527043" y="-4103"/>
                  <a:pt x="10105355" y="-17535"/>
                  <a:pt x="10515600" y="0"/>
                </a:cubicBezTo>
                <a:cubicBezTo>
                  <a:pt x="10515789" y="12323"/>
                  <a:pt x="10515633" y="14639"/>
                  <a:pt x="10515600" y="27432"/>
                </a:cubicBezTo>
                <a:cubicBezTo>
                  <a:pt x="10343646" y="15282"/>
                  <a:pt x="10223667" y="31057"/>
                  <a:pt x="10068687" y="27432"/>
                </a:cubicBezTo>
                <a:cubicBezTo>
                  <a:pt x="9913707" y="23807"/>
                  <a:pt x="9512455" y="4101"/>
                  <a:pt x="9201150" y="27432"/>
                </a:cubicBezTo>
                <a:cubicBezTo>
                  <a:pt x="8889845" y="50763"/>
                  <a:pt x="8866277" y="3158"/>
                  <a:pt x="8543925" y="27432"/>
                </a:cubicBezTo>
                <a:cubicBezTo>
                  <a:pt x="8221573" y="51706"/>
                  <a:pt x="8288348" y="37286"/>
                  <a:pt x="8202168" y="27432"/>
                </a:cubicBezTo>
                <a:cubicBezTo>
                  <a:pt x="8115988" y="17578"/>
                  <a:pt x="7797033" y="6631"/>
                  <a:pt x="7544943" y="27432"/>
                </a:cubicBezTo>
                <a:cubicBezTo>
                  <a:pt x="7292854" y="48233"/>
                  <a:pt x="7108060" y="41767"/>
                  <a:pt x="6992874" y="27432"/>
                </a:cubicBezTo>
                <a:cubicBezTo>
                  <a:pt x="6877688" y="13097"/>
                  <a:pt x="6668930" y="7947"/>
                  <a:pt x="6440805" y="27432"/>
                </a:cubicBezTo>
                <a:cubicBezTo>
                  <a:pt x="6212680" y="46917"/>
                  <a:pt x="6027476" y="35225"/>
                  <a:pt x="5888736" y="27432"/>
                </a:cubicBezTo>
                <a:cubicBezTo>
                  <a:pt x="5749996" y="19639"/>
                  <a:pt x="5574559" y="43627"/>
                  <a:pt x="5336667" y="27432"/>
                </a:cubicBezTo>
                <a:cubicBezTo>
                  <a:pt x="5098775" y="11237"/>
                  <a:pt x="4837534" y="41882"/>
                  <a:pt x="4574286" y="27432"/>
                </a:cubicBezTo>
                <a:cubicBezTo>
                  <a:pt x="4311038" y="12982"/>
                  <a:pt x="4126419" y="26678"/>
                  <a:pt x="3917061" y="27432"/>
                </a:cubicBezTo>
                <a:cubicBezTo>
                  <a:pt x="3707704" y="28186"/>
                  <a:pt x="3657291" y="40087"/>
                  <a:pt x="3575304" y="27432"/>
                </a:cubicBezTo>
                <a:cubicBezTo>
                  <a:pt x="3493317" y="14777"/>
                  <a:pt x="3185226" y="45867"/>
                  <a:pt x="3023235" y="27432"/>
                </a:cubicBezTo>
                <a:cubicBezTo>
                  <a:pt x="2861244" y="8997"/>
                  <a:pt x="2597085" y="35801"/>
                  <a:pt x="2260854" y="27432"/>
                </a:cubicBezTo>
                <a:cubicBezTo>
                  <a:pt x="1924623" y="19063"/>
                  <a:pt x="1996678" y="15705"/>
                  <a:pt x="1813941" y="27432"/>
                </a:cubicBezTo>
                <a:cubicBezTo>
                  <a:pt x="1631204" y="39159"/>
                  <a:pt x="1187542" y="49167"/>
                  <a:pt x="946404" y="27432"/>
                </a:cubicBezTo>
                <a:cubicBezTo>
                  <a:pt x="705266" y="5697"/>
                  <a:pt x="404743" y="28229"/>
                  <a:pt x="0" y="27432"/>
                </a:cubicBezTo>
                <a:cubicBezTo>
                  <a:pt x="244" y="15297"/>
                  <a:pt x="645" y="7129"/>
                  <a:pt x="0" y="0"/>
                </a:cubicBezTo>
                <a:close/>
              </a:path>
              <a:path w="10515600" h="27432" stroke="0" extrusionOk="0">
                <a:moveTo>
                  <a:pt x="0" y="0"/>
                </a:moveTo>
                <a:cubicBezTo>
                  <a:pt x="230793" y="14353"/>
                  <a:pt x="332416" y="21392"/>
                  <a:pt x="552069" y="0"/>
                </a:cubicBezTo>
                <a:cubicBezTo>
                  <a:pt x="771722" y="-21392"/>
                  <a:pt x="761737" y="-14337"/>
                  <a:pt x="893826" y="0"/>
                </a:cubicBezTo>
                <a:cubicBezTo>
                  <a:pt x="1025915" y="14337"/>
                  <a:pt x="1441584" y="-15498"/>
                  <a:pt x="1761363" y="0"/>
                </a:cubicBezTo>
                <a:cubicBezTo>
                  <a:pt x="2081142" y="15498"/>
                  <a:pt x="2111503" y="7278"/>
                  <a:pt x="2313432" y="0"/>
                </a:cubicBezTo>
                <a:cubicBezTo>
                  <a:pt x="2515361" y="-7278"/>
                  <a:pt x="2743584" y="-17845"/>
                  <a:pt x="2865501" y="0"/>
                </a:cubicBezTo>
                <a:cubicBezTo>
                  <a:pt x="2987418" y="17845"/>
                  <a:pt x="3345183" y="8208"/>
                  <a:pt x="3733038" y="0"/>
                </a:cubicBezTo>
                <a:cubicBezTo>
                  <a:pt x="4120893" y="-8208"/>
                  <a:pt x="4009066" y="-3159"/>
                  <a:pt x="4179951" y="0"/>
                </a:cubicBezTo>
                <a:cubicBezTo>
                  <a:pt x="4350836" y="3159"/>
                  <a:pt x="4735020" y="17517"/>
                  <a:pt x="5047488" y="0"/>
                </a:cubicBezTo>
                <a:cubicBezTo>
                  <a:pt x="5359956" y="-17517"/>
                  <a:pt x="5662148" y="-17777"/>
                  <a:pt x="5915025" y="0"/>
                </a:cubicBezTo>
                <a:cubicBezTo>
                  <a:pt x="6167902" y="17777"/>
                  <a:pt x="6308797" y="30350"/>
                  <a:pt x="6572250" y="0"/>
                </a:cubicBezTo>
                <a:cubicBezTo>
                  <a:pt x="6835703" y="-30350"/>
                  <a:pt x="7107419" y="-9627"/>
                  <a:pt x="7439787" y="0"/>
                </a:cubicBezTo>
                <a:cubicBezTo>
                  <a:pt x="7772155" y="9627"/>
                  <a:pt x="7844034" y="-9098"/>
                  <a:pt x="7991856" y="0"/>
                </a:cubicBezTo>
                <a:cubicBezTo>
                  <a:pt x="8139678" y="9098"/>
                  <a:pt x="8289889" y="-20239"/>
                  <a:pt x="8543925" y="0"/>
                </a:cubicBezTo>
                <a:cubicBezTo>
                  <a:pt x="8797961" y="20239"/>
                  <a:pt x="8994198" y="29575"/>
                  <a:pt x="9306306" y="0"/>
                </a:cubicBezTo>
                <a:cubicBezTo>
                  <a:pt x="9618414" y="-29575"/>
                  <a:pt x="9739118" y="-23835"/>
                  <a:pt x="9858375" y="0"/>
                </a:cubicBezTo>
                <a:cubicBezTo>
                  <a:pt x="9977632" y="23835"/>
                  <a:pt x="10370488" y="-4069"/>
                  <a:pt x="10515600" y="0"/>
                </a:cubicBezTo>
                <a:cubicBezTo>
                  <a:pt x="10515650" y="5798"/>
                  <a:pt x="10515903" y="19375"/>
                  <a:pt x="10515600" y="27432"/>
                </a:cubicBezTo>
                <a:cubicBezTo>
                  <a:pt x="10304538" y="42307"/>
                  <a:pt x="10069280" y="3335"/>
                  <a:pt x="9753219" y="27432"/>
                </a:cubicBezTo>
                <a:cubicBezTo>
                  <a:pt x="9437158" y="51529"/>
                  <a:pt x="9488415" y="23852"/>
                  <a:pt x="9411462" y="27432"/>
                </a:cubicBezTo>
                <a:cubicBezTo>
                  <a:pt x="9334509" y="31012"/>
                  <a:pt x="9183755" y="44107"/>
                  <a:pt x="8964549" y="27432"/>
                </a:cubicBezTo>
                <a:cubicBezTo>
                  <a:pt x="8745343" y="10757"/>
                  <a:pt x="8279150" y="61693"/>
                  <a:pt x="8097012" y="27432"/>
                </a:cubicBezTo>
                <a:cubicBezTo>
                  <a:pt x="7914874" y="-6829"/>
                  <a:pt x="7608717" y="59556"/>
                  <a:pt x="7439787" y="27432"/>
                </a:cubicBezTo>
                <a:cubicBezTo>
                  <a:pt x="7270858" y="-4692"/>
                  <a:pt x="7154492" y="27026"/>
                  <a:pt x="6992874" y="27432"/>
                </a:cubicBezTo>
                <a:cubicBezTo>
                  <a:pt x="6831256" y="27838"/>
                  <a:pt x="6536817" y="51174"/>
                  <a:pt x="6335649" y="27432"/>
                </a:cubicBezTo>
                <a:cubicBezTo>
                  <a:pt x="6134481" y="3690"/>
                  <a:pt x="6097824" y="11070"/>
                  <a:pt x="5993892" y="27432"/>
                </a:cubicBezTo>
                <a:cubicBezTo>
                  <a:pt x="5889960" y="43794"/>
                  <a:pt x="5793821" y="34098"/>
                  <a:pt x="5652135" y="27432"/>
                </a:cubicBezTo>
                <a:cubicBezTo>
                  <a:pt x="5510449" y="20766"/>
                  <a:pt x="5168382" y="-3650"/>
                  <a:pt x="4994910" y="27432"/>
                </a:cubicBezTo>
                <a:cubicBezTo>
                  <a:pt x="4821439" y="58514"/>
                  <a:pt x="4653937" y="21362"/>
                  <a:pt x="4547997" y="27432"/>
                </a:cubicBezTo>
                <a:cubicBezTo>
                  <a:pt x="4442057" y="33502"/>
                  <a:pt x="4153363" y="33024"/>
                  <a:pt x="3785616" y="27432"/>
                </a:cubicBezTo>
                <a:cubicBezTo>
                  <a:pt x="3417869" y="21840"/>
                  <a:pt x="3544908" y="29840"/>
                  <a:pt x="3338703" y="27432"/>
                </a:cubicBezTo>
                <a:cubicBezTo>
                  <a:pt x="3132498" y="25024"/>
                  <a:pt x="2782152" y="45947"/>
                  <a:pt x="2576322" y="27432"/>
                </a:cubicBezTo>
                <a:cubicBezTo>
                  <a:pt x="2370492" y="8917"/>
                  <a:pt x="2347214" y="14129"/>
                  <a:pt x="2234565" y="27432"/>
                </a:cubicBezTo>
                <a:cubicBezTo>
                  <a:pt x="2121916" y="40735"/>
                  <a:pt x="1785921" y="49081"/>
                  <a:pt x="1472184" y="27432"/>
                </a:cubicBezTo>
                <a:cubicBezTo>
                  <a:pt x="1158447" y="5783"/>
                  <a:pt x="1203910" y="37937"/>
                  <a:pt x="1025271" y="27432"/>
                </a:cubicBezTo>
                <a:cubicBezTo>
                  <a:pt x="846632" y="16927"/>
                  <a:pt x="846577" y="17996"/>
                  <a:pt x="683514" y="27432"/>
                </a:cubicBezTo>
                <a:cubicBezTo>
                  <a:pt x="520451" y="36868"/>
                  <a:pt x="320799" y="46677"/>
                  <a:pt x="0" y="27432"/>
                </a:cubicBezTo>
                <a:cubicBezTo>
                  <a:pt x="-510" y="19859"/>
                  <a:pt x="-1106" y="11474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29260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C218C0-6540-400C-BB51-353D5FD5CB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448056"/>
            <a:ext cx="10515600" cy="4069080"/>
          </a:xfrm>
        </p:spPr>
        <p:txBody>
          <a:bodyPr anchor="b">
            <a:normAutofit/>
          </a:bodyPr>
          <a:lstStyle>
            <a:lvl1pPr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81CD69-43B3-4FF7-AA41-30C36C957E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1248" y="4983480"/>
            <a:ext cx="10515600" cy="1124712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BF300D-5CBE-47E9-A193-E23C8314D0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2/21/2022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E7DF3F-C51A-4DB1-9FCE-E3E0D8E925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269CF4-FAAB-44EF-A2A5-8352B4AA3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 descr="Tag=AccentColor&#10;Flavor=Light&#10;Target=FillAndLine">
            <a:extLst>
              <a:ext uri="{FF2B5EF4-FFF2-40B4-BE49-F238E27FC236}">
                <a16:creationId xmlns:a16="http://schemas.microsoft.com/office/drawing/2014/main" id="{417A8947-4521-4FE1-8E44-27363435CE1B}"/>
              </a:ext>
            </a:extLst>
          </p:cNvPr>
          <p:cNvSpPr/>
          <p:nvPr/>
        </p:nvSpPr>
        <p:spPr>
          <a:xfrm>
            <a:off x="838200" y="4736883"/>
            <a:ext cx="4243589" cy="27432"/>
          </a:xfrm>
          <a:custGeom>
            <a:avLst/>
            <a:gdLst>
              <a:gd name="connsiteX0" fmla="*/ 0 w 4243589"/>
              <a:gd name="connsiteY0" fmla="*/ 0 h 27432"/>
              <a:gd name="connsiteX1" fmla="*/ 563791 w 4243589"/>
              <a:gd name="connsiteY1" fmla="*/ 0 h 27432"/>
              <a:gd name="connsiteX2" fmla="*/ 1042710 w 4243589"/>
              <a:gd name="connsiteY2" fmla="*/ 0 h 27432"/>
              <a:gd name="connsiteX3" fmla="*/ 1564066 w 4243589"/>
              <a:gd name="connsiteY3" fmla="*/ 0 h 27432"/>
              <a:gd name="connsiteX4" fmla="*/ 2212729 w 4243589"/>
              <a:gd name="connsiteY4" fmla="*/ 0 h 27432"/>
              <a:gd name="connsiteX5" fmla="*/ 2776520 w 4243589"/>
              <a:gd name="connsiteY5" fmla="*/ 0 h 27432"/>
              <a:gd name="connsiteX6" fmla="*/ 3297875 w 4243589"/>
              <a:gd name="connsiteY6" fmla="*/ 0 h 27432"/>
              <a:gd name="connsiteX7" fmla="*/ 4243589 w 4243589"/>
              <a:gd name="connsiteY7" fmla="*/ 0 h 27432"/>
              <a:gd name="connsiteX8" fmla="*/ 4243589 w 4243589"/>
              <a:gd name="connsiteY8" fmla="*/ 27432 h 27432"/>
              <a:gd name="connsiteX9" fmla="*/ 3637362 w 4243589"/>
              <a:gd name="connsiteY9" fmla="*/ 27432 h 27432"/>
              <a:gd name="connsiteX10" fmla="*/ 3116007 w 4243589"/>
              <a:gd name="connsiteY10" fmla="*/ 27432 h 27432"/>
              <a:gd name="connsiteX11" fmla="*/ 2424908 w 4243589"/>
              <a:gd name="connsiteY11" fmla="*/ 27432 h 27432"/>
              <a:gd name="connsiteX12" fmla="*/ 1861117 w 4243589"/>
              <a:gd name="connsiteY12" fmla="*/ 27432 h 27432"/>
              <a:gd name="connsiteX13" fmla="*/ 1382198 w 4243589"/>
              <a:gd name="connsiteY13" fmla="*/ 27432 h 27432"/>
              <a:gd name="connsiteX14" fmla="*/ 733535 w 4243589"/>
              <a:gd name="connsiteY14" fmla="*/ 27432 h 27432"/>
              <a:gd name="connsiteX15" fmla="*/ 0 w 4243589"/>
              <a:gd name="connsiteY15" fmla="*/ 27432 h 27432"/>
              <a:gd name="connsiteX16" fmla="*/ 0 w 4243589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21209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DE264-531D-49C1-A8AF-2B4C1D218F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B9A1B8-2F1B-46AA-858A-CFFF5AF7CE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929384"/>
            <a:ext cx="5181600" cy="425196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6B9631-18C0-43BD-8AF3-9137D6D4C2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929384"/>
            <a:ext cx="5181600" cy="42519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032FCA-14C6-4497-9C27-3F58062442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2/21/2022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1E5057-693B-4E10-958E-0ABE79FEC7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0CECB1-0A35-4C10-9D3D-FE4404283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 descr="Tag=AccentColor&#10;Flavor=Light&#10;Target=FillAndLine">
            <a:extLst>
              <a:ext uri="{FF2B5EF4-FFF2-40B4-BE49-F238E27FC236}">
                <a16:creationId xmlns:a16="http://schemas.microsoft.com/office/drawing/2014/main" id="{2FAAC677-2D37-4F63-9C4B-711A2988EE02}"/>
              </a:ext>
            </a:extLst>
          </p:cNvPr>
          <p:cNvSpPr/>
          <p:nvPr/>
        </p:nvSpPr>
        <p:spPr>
          <a:xfrm>
            <a:off x="838199" y="1709928"/>
            <a:ext cx="10515600" cy="27432"/>
          </a:xfrm>
          <a:custGeom>
            <a:avLst/>
            <a:gdLst>
              <a:gd name="connsiteX0" fmla="*/ 0 w 10515600"/>
              <a:gd name="connsiteY0" fmla="*/ 0 h 27432"/>
              <a:gd name="connsiteX1" fmla="*/ 446913 w 10515600"/>
              <a:gd name="connsiteY1" fmla="*/ 0 h 27432"/>
              <a:gd name="connsiteX2" fmla="*/ 1104138 w 10515600"/>
              <a:gd name="connsiteY2" fmla="*/ 0 h 27432"/>
              <a:gd name="connsiteX3" fmla="*/ 1866519 w 10515600"/>
              <a:gd name="connsiteY3" fmla="*/ 0 h 27432"/>
              <a:gd name="connsiteX4" fmla="*/ 2208276 w 10515600"/>
              <a:gd name="connsiteY4" fmla="*/ 0 h 27432"/>
              <a:gd name="connsiteX5" fmla="*/ 2550033 w 10515600"/>
              <a:gd name="connsiteY5" fmla="*/ 0 h 27432"/>
              <a:gd name="connsiteX6" fmla="*/ 3417570 w 10515600"/>
              <a:gd name="connsiteY6" fmla="*/ 0 h 27432"/>
              <a:gd name="connsiteX7" fmla="*/ 4074795 w 10515600"/>
              <a:gd name="connsiteY7" fmla="*/ 0 h 27432"/>
              <a:gd name="connsiteX8" fmla="*/ 4416552 w 10515600"/>
              <a:gd name="connsiteY8" fmla="*/ 0 h 27432"/>
              <a:gd name="connsiteX9" fmla="*/ 5073777 w 10515600"/>
              <a:gd name="connsiteY9" fmla="*/ 0 h 27432"/>
              <a:gd name="connsiteX10" fmla="*/ 5941314 w 10515600"/>
              <a:gd name="connsiteY10" fmla="*/ 0 h 27432"/>
              <a:gd name="connsiteX11" fmla="*/ 6493383 w 10515600"/>
              <a:gd name="connsiteY11" fmla="*/ 0 h 27432"/>
              <a:gd name="connsiteX12" fmla="*/ 7045452 w 10515600"/>
              <a:gd name="connsiteY12" fmla="*/ 0 h 27432"/>
              <a:gd name="connsiteX13" fmla="*/ 7702677 w 10515600"/>
              <a:gd name="connsiteY13" fmla="*/ 0 h 27432"/>
              <a:gd name="connsiteX14" fmla="*/ 8465058 w 10515600"/>
              <a:gd name="connsiteY14" fmla="*/ 0 h 27432"/>
              <a:gd name="connsiteX15" fmla="*/ 9227439 w 10515600"/>
              <a:gd name="connsiteY15" fmla="*/ 0 h 27432"/>
              <a:gd name="connsiteX16" fmla="*/ 10515600 w 10515600"/>
              <a:gd name="connsiteY16" fmla="*/ 0 h 27432"/>
              <a:gd name="connsiteX17" fmla="*/ 10515600 w 10515600"/>
              <a:gd name="connsiteY17" fmla="*/ 27432 h 27432"/>
              <a:gd name="connsiteX18" fmla="*/ 10068687 w 10515600"/>
              <a:gd name="connsiteY18" fmla="*/ 27432 h 27432"/>
              <a:gd name="connsiteX19" fmla="*/ 9201150 w 10515600"/>
              <a:gd name="connsiteY19" fmla="*/ 27432 h 27432"/>
              <a:gd name="connsiteX20" fmla="*/ 8543925 w 10515600"/>
              <a:gd name="connsiteY20" fmla="*/ 27432 h 27432"/>
              <a:gd name="connsiteX21" fmla="*/ 8202168 w 10515600"/>
              <a:gd name="connsiteY21" fmla="*/ 27432 h 27432"/>
              <a:gd name="connsiteX22" fmla="*/ 7544943 w 10515600"/>
              <a:gd name="connsiteY22" fmla="*/ 27432 h 27432"/>
              <a:gd name="connsiteX23" fmla="*/ 6992874 w 10515600"/>
              <a:gd name="connsiteY23" fmla="*/ 27432 h 27432"/>
              <a:gd name="connsiteX24" fmla="*/ 6440805 w 10515600"/>
              <a:gd name="connsiteY24" fmla="*/ 27432 h 27432"/>
              <a:gd name="connsiteX25" fmla="*/ 5888736 w 10515600"/>
              <a:gd name="connsiteY25" fmla="*/ 27432 h 27432"/>
              <a:gd name="connsiteX26" fmla="*/ 5336667 w 10515600"/>
              <a:gd name="connsiteY26" fmla="*/ 27432 h 27432"/>
              <a:gd name="connsiteX27" fmla="*/ 4574286 w 10515600"/>
              <a:gd name="connsiteY27" fmla="*/ 27432 h 27432"/>
              <a:gd name="connsiteX28" fmla="*/ 3917061 w 10515600"/>
              <a:gd name="connsiteY28" fmla="*/ 27432 h 27432"/>
              <a:gd name="connsiteX29" fmla="*/ 3575304 w 10515600"/>
              <a:gd name="connsiteY29" fmla="*/ 27432 h 27432"/>
              <a:gd name="connsiteX30" fmla="*/ 3023235 w 10515600"/>
              <a:gd name="connsiteY30" fmla="*/ 27432 h 27432"/>
              <a:gd name="connsiteX31" fmla="*/ 2260854 w 10515600"/>
              <a:gd name="connsiteY31" fmla="*/ 27432 h 27432"/>
              <a:gd name="connsiteX32" fmla="*/ 1813941 w 10515600"/>
              <a:gd name="connsiteY32" fmla="*/ 27432 h 27432"/>
              <a:gd name="connsiteX33" fmla="*/ 946404 w 10515600"/>
              <a:gd name="connsiteY33" fmla="*/ 27432 h 27432"/>
              <a:gd name="connsiteX34" fmla="*/ 0 w 10515600"/>
              <a:gd name="connsiteY34" fmla="*/ 27432 h 27432"/>
              <a:gd name="connsiteX35" fmla="*/ 0 w 10515600"/>
              <a:gd name="connsiteY35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515600" h="27432" fill="none" extrusionOk="0">
                <a:moveTo>
                  <a:pt x="0" y="0"/>
                </a:moveTo>
                <a:cubicBezTo>
                  <a:pt x="119693" y="-14343"/>
                  <a:pt x="253007" y="-7583"/>
                  <a:pt x="446913" y="0"/>
                </a:cubicBezTo>
                <a:cubicBezTo>
                  <a:pt x="640819" y="7583"/>
                  <a:pt x="841419" y="-7067"/>
                  <a:pt x="1104138" y="0"/>
                </a:cubicBezTo>
                <a:cubicBezTo>
                  <a:pt x="1366858" y="7067"/>
                  <a:pt x="1495525" y="1255"/>
                  <a:pt x="1866519" y="0"/>
                </a:cubicBezTo>
                <a:cubicBezTo>
                  <a:pt x="2237513" y="-1255"/>
                  <a:pt x="2043820" y="12003"/>
                  <a:pt x="2208276" y="0"/>
                </a:cubicBezTo>
                <a:cubicBezTo>
                  <a:pt x="2372732" y="-12003"/>
                  <a:pt x="2419452" y="9887"/>
                  <a:pt x="2550033" y="0"/>
                </a:cubicBezTo>
                <a:cubicBezTo>
                  <a:pt x="2680614" y="-9887"/>
                  <a:pt x="3098156" y="3827"/>
                  <a:pt x="3417570" y="0"/>
                </a:cubicBezTo>
                <a:cubicBezTo>
                  <a:pt x="3736984" y="-3827"/>
                  <a:pt x="3916040" y="-6233"/>
                  <a:pt x="4074795" y="0"/>
                </a:cubicBezTo>
                <a:cubicBezTo>
                  <a:pt x="4233551" y="6233"/>
                  <a:pt x="4279253" y="5661"/>
                  <a:pt x="4416552" y="0"/>
                </a:cubicBezTo>
                <a:cubicBezTo>
                  <a:pt x="4553851" y="-5661"/>
                  <a:pt x="4915758" y="26022"/>
                  <a:pt x="5073777" y="0"/>
                </a:cubicBezTo>
                <a:cubicBezTo>
                  <a:pt x="5231797" y="-26022"/>
                  <a:pt x="5612089" y="32230"/>
                  <a:pt x="5941314" y="0"/>
                </a:cubicBezTo>
                <a:cubicBezTo>
                  <a:pt x="6270539" y="-32230"/>
                  <a:pt x="6313600" y="3064"/>
                  <a:pt x="6493383" y="0"/>
                </a:cubicBezTo>
                <a:cubicBezTo>
                  <a:pt x="6673166" y="-3064"/>
                  <a:pt x="6902474" y="-21096"/>
                  <a:pt x="7045452" y="0"/>
                </a:cubicBezTo>
                <a:cubicBezTo>
                  <a:pt x="7188430" y="21096"/>
                  <a:pt x="7478162" y="17386"/>
                  <a:pt x="7702677" y="0"/>
                </a:cubicBezTo>
                <a:cubicBezTo>
                  <a:pt x="7927192" y="-17386"/>
                  <a:pt x="8295683" y="-35143"/>
                  <a:pt x="8465058" y="0"/>
                </a:cubicBezTo>
                <a:cubicBezTo>
                  <a:pt x="8634433" y="35143"/>
                  <a:pt x="8927835" y="4103"/>
                  <a:pt x="9227439" y="0"/>
                </a:cubicBezTo>
                <a:cubicBezTo>
                  <a:pt x="9527043" y="-4103"/>
                  <a:pt x="10105355" y="-17535"/>
                  <a:pt x="10515600" y="0"/>
                </a:cubicBezTo>
                <a:cubicBezTo>
                  <a:pt x="10515789" y="12323"/>
                  <a:pt x="10515633" y="14639"/>
                  <a:pt x="10515600" y="27432"/>
                </a:cubicBezTo>
                <a:cubicBezTo>
                  <a:pt x="10343646" y="15282"/>
                  <a:pt x="10223667" y="31057"/>
                  <a:pt x="10068687" y="27432"/>
                </a:cubicBezTo>
                <a:cubicBezTo>
                  <a:pt x="9913707" y="23807"/>
                  <a:pt x="9512455" y="4101"/>
                  <a:pt x="9201150" y="27432"/>
                </a:cubicBezTo>
                <a:cubicBezTo>
                  <a:pt x="8889845" y="50763"/>
                  <a:pt x="8866277" y="3158"/>
                  <a:pt x="8543925" y="27432"/>
                </a:cubicBezTo>
                <a:cubicBezTo>
                  <a:pt x="8221573" y="51706"/>
                  <a:pt x="8288348" y="37286"/>
                  <a:pt x="8202168" y="27432"/>
                </a:cubicBezTo>
                <a:cubicBezTo>
                  <a:pt x="8115988" y="17578"/>
                  <a:pt x="7797033" y="6631"/>
                  <a:pt x="7544943" y="27432"/>
                </a:cubicBezTo>
                <a:cubicBezTo>
                  <a:pt x="7292854" y="48233"/>
                  <a:pt x="7108060" y="41767"/>
                  <a:pt x="6992874" y="27432"/>
                </a:cubicBezTo>
                <a:cubicBezTo>
                  <a:pt x="6877688" y="13097"/>
                  <a:pt x="6668930" y="7947"/>
                  <a:pt x="6440805" y="27432"/>
                </a:cubicBezTo>
                <a:cubicBezTo>
                  <a:pt x="6212680" y="46917"/>
                  <a:pt x="6027476" y="35225"/>
                  <a:pt x="5888736" y="27432"/>
                </a:cubicBezTo>
                <a:cubicBezTo>
                  <a:pt x="5749996" y="19639"/>
                  <a:pt x="5574559" y="43627"/>
                  <a:pt x="5336667" y="27432"/>
                </a:cubicBezTo>
                <a:cubicBezTo>
                  <a:pt x="5098775" y="11237"/>
                  <a:pt x="4837534" y="41882"/>
                  <a:pt x="4574286" y="27432"/>
                </a:cubicBezTo>
                <a:cubicBezTo>
                  <a:pt x="4311038" y="12982"/>
                  <a:pt x="4126419" y="26678"/>
                  <a:pt x="3917061" y="27432"/>
                </a:cubicBezTo>
                <a:cubicBezTo>
                  <a:pt x="3707704" y="28186"/>
                  <a:pt x="3657291" y="40087"/>
                  <a:pt x="3575304" y="27432"/>
                </a:cubicBezTo>
                <a:cubicBezTo>
                  <a:pt x="3493317" y="14777"/>
                  <a:pt x="3185226" y="45867"/>
                  <a:pt x="3023235" y="27432"/>
                </a:cubicBezTo>
                <a:cubicBezTo>
                  <a:pt x="2861244" y="8997"/>
                  <a:pt x="2597085" y="35801"/>
                  <a:pt x="2260854" y="27432"/>
                </a:cubicBezTo>
                <a:cubicBezTo>
                  <a:pt x="1924623" y="19063"/>
                  <a:pt x="1996678" y="15705"/>
                  <a:pt x="1813941" y="27432"/>
                </a:cubicBezTo>
                <a:cubicBezTo>
                  <a:pt x="1631204" y="39159"/>
                  <a:pt x="1187542" y="49167"/>
                  <a:pt x="946404" y="27432"/>
                </a:cubicBezTo>
                <a:cubicBezTo>
                  <a:pt x="705266" y="5697"/>
                  <a:pt x="404743" y="28229"/>
                  <a:pt x="0" y="27432"/>
                </a:cubicBezTo>
                <a:cubicBezTo>
                  <a:pt x="244" y="15297"/>
                  <a:pt x="645" y="7129"/>
                  <a:pt x="0" y="0"/>
                </a:cubicBezTo>
                <a:close/>
              </a:path>
              <a:path w="10515600" h="27432" stroke="0" extrusionOk="0">
                <a:moveTo>
                  <a:pt x="0" y="0"/>
                </a:moveTo>
                <a:cubicBezTo>
                  <a:pt x="230793" y="14353"/>
                  <a:pt x="332416" y="21392"/>
                  <a:pt x="552069" y="0"/>
                </a:cubicBezTo>
                <a:cubicBezTo>
                  <a:pt x="771722" y="-21392"/>
                  <a:pt x="761737" y="-14337"/>
                  <a:pt x="893826" y="0"/>
                </a:cubicBezTo>
                <a:cubicBezTo>
                  <a:pt x="1025915" y="14337"/>
                  <a:pt x="1441584" y="-15498"/>
                  <a:pt x="1761363" y="0"/>
                </a:cubicBezTo>
                <a:cubicBezTo>
                  <a:pt x="2081142" y="15498"/>
                  <a:pt x="2111503" y="7278"/>
                  <a:pt x="2313432" y="0"/>
                </a:cubicBezTo>
                <a:cubicBezTo>
                  <a:pt x="2515361" y="-7278"/>
                  <a:pt x="2743584" y="-17845"/>
                  <a:pt x="2865501" y="0"/>
                </a:cubicBezTo>
                <a:cubicBezTo>
                  <a:pt x="2987418" y="17845"/>
                  <a:pt x="3345183" y="8208"/>
                  <a:pt x="3733038" y="0"/>
                </a:cubicBezTo>
                <a:cubicBezTo>
                  <a:pt x="4120893" y="-8208"/>
                  <a:pt x="4009066" y="-3159"/>
                  <a:pt x="4179951" y="0"/>
                </a:cubicBezTo>
                <a:cubicBezTo>
                  <a:pt x="4350836" y="3159"/>
                  <a:pt x="4735020" y="17517"/>
                  <a:pt x="5047488" y="0"/>
                </a:cubicBezTo>
                <a:cubicBezTo>
                  <a:pt x="5359956" y="-17517"/>
                  <a:pt x="5662148" y="-17777"/>
                  <a:pt x="5915025" y="0"/>
                </a:cubicBezTo>
                <a:cubicBezTo>
                  <a:pt x="6167902" y="17777"/>
                  <a:pt x="6308797" y="30350"/>
                  <a:pt x="6572250" y="0"/>
                </a:cubicBezTo>
                <a:cubicBezTo>
                  <a:pt x="6835703" y="-30350"/>
                  <a:pt x="7107419" y="-9627"/>
                  <a:pt x="7439787" y="0"/>
                </a:cubicBezTo>
                <a:cubicBezTo>
                  <a:pt x="7772155" y="9627"/>
                  <a:pt x="7844034" y="-9098"/>
                  <a:pt x="7991856" y="0"/>
                </a:cubicBezTo>
                <a:cubicBezTo>
                  <a:pt x="8139678" y="9098"/>
                  <a:pt x="8289889" y="-20239"/>
                  <a:pt x="8543925" y="0"/>
                </a:cubicBezTo>
                <a:cubicBezTo>
                  <a:pt x="8797961" y="20239"/>
                  <a:pt x="8994198" y="29575"/>
                  <a:pt x="9306306" y="0"/>
                </a:cubicBezTo>
                <a:cubicBezTo>
                  <a:pt x="9618414" y="-29575"/>
                  <a:pt x="9739118" y="-23835"/>
                  <a:pt x="9858375" y="0"/>
                </a:cubicBezTo>
                <a:cubicBezTo>
                  <a:pt x="9977632" y="23835"/>
                  <a:pt x="10370488" y="-4069"/>
                  <a:pt x="10515600" y="0"/>
                </a:cubicBezTo>
                <a:cubicBezTo>
                  <a:pt x="10515650" y="5798"/>
                  <a:pt x="10515903" y="19375"/>
                  <a:pt x="10515600" y="27432"/>
                </a:cubicBezTo>
                <a:cubicBezTo>
                  <a:pt x="10304538" y="42307"/>
                  <a:pt x="10069280" y="3335"/>
                  <a:pt x="9753219" y="27432"/>
                </a:cubicBezTo>
                <a:cubicBezTo>
                  <a:pt x="9437158" y="51529"/>
                  <a:pt x="9488415" y="23852"/>
                  <a:pt x="9411462" y="27432"/>
                </a:cubicBezTo>
                <a:cubicBezTo>
                  <a:pt x="9334509" y="31012"/>
                  <a:pt x="9183755" y="44107"/>
                  <a:pt x="8964549" y="27432"/>
                </a:cubicBezTo>
                <a:cubicBezTo>
                  <a:pt x="8745343" y="10757"/>
                  <a:pt x="8279150" y="61693"/>
                  <a:pt x="8097012" y="27432"/>
                </a:cubicBezTo>
                <a:cubicBezTo>
                  <a:pt x="7914874" y="-6829"/>
                  <a:pt x="7608717" y="59556"/>
                  <a:pt x="7439787" y="27432"/>
                </a:cubicBezTo>
                <a:cubicBezTo>
                  <a:pt x="7270858" y="-4692"/>
                  <a:pt x="7154492" y="27026"/>
                  <a:pt x="6992874" y="27432"/>
                </a:cubicBezTo>
                <a:cubicBezTo>
                  <a:pt x="6831256" y="27838"/>
                  <a:pt x="6536817" y="51174"/>
                  <a:pt x="6335649" y="27432"/>
                </a:cubicBezTo>
                <a:cubicBezTo>
                  <a:pt x="6134481" y="3690"/>
                  <a:pt x="6097824" y="11070"/>
                  <a:pt x="5993892" y="27432"/>
                </a:cubicBezTo>
                <a:cubicBezTo>
                  <a:pt x="5889960" y="43794"/>
                  <a:pt x="5793821" y="34098"/>
                  <a:pt x="5652135" y="27432"/>
                </a:cubicBezTo>
                <a:cubicBezTo>
                  <a:pt x="5510449" y="20766"/>
                  <a:pt x="5168382" y="-3650"/>
                  <a:pt x="4994910" y="27432"/>
                </a:cubicBezTo>
                <a:cubicBezTo>
                  <a:pt x="4821439" y="58514"/>
                  <a:pt x="4653937" y="21362"/>
                  <a:pt x="4547997" y="27432"/>
                </a:cubicBezTo>
                <a:cubicBezTo>
                  <a:pt x="4442057" y="33502"/>
                  <a:pt x="4153363" y="33024"/>
                  <a:pt x="3785616" y="27432"/>
                </a:cubicBezTo>
                <a:cubicBezTo>
                  <a:pt x="3417869" y="21840"/>
                  <a:pt x="3544908" y="29840"/>
                  <a:pt x="3338703" y="27432"/>
                </a:cubicBezTo>
                <a:cubicBezTo>
                  <a:pt x="3132498" y="25024"/>
                  <a:pt x="2782152" y="45947"/>
                  <a:pt x="2576322" y="27432"/>
                </a:cubicBezTo>
                <a:cubicBezTo>
                  <a:pt x="2370492" y="8917"/>
                  <a:pt x="2347214" y="14129"/>
                  <a:pt x="2234565" y="27432"/>
                </a:cubicBezTo>
                <a:cubicBezTo>
                  <a:pt x="2121916" y="40735"/>
                  <a:pt x="1785921" y="49081"/>
                  <a:pt x="1472184" y="27432"/>
                </a:cubicBezTo>
                <a:cubicBezTo>
                  <a:pt x="1158447" y="5783"/>
                  <a:pt x="1203910" y="37937"/>
                  <a:pt x="1025271" y="27432"/>
                </a:cubicBezTo>
                <a:cubicBezTo>
                  <a:pt x="846632" y="16927"/>
                  <a:pt x="846577" y="17996"/>
                  <a:pt x="683514" y="27432"/>
                </a:cubicBezTo>
                <a:cubicBezTo>
                  <a:pt x="520451" y="36868"/>
                  <a:pt x="320799" y="46677"/>
                  <a:pt x="0" y="27432"/>
                </a:cubicBezTo>
                <a:cubicBezTo>
                  <a:pt x="-510" y="19859"/>
                  <a:pt x="-1106" y="11474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07549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8AE282-8875-4F49-AB21-E1C2BCAEA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712EA2-EF8C-4F18-BECF-AD121F7281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938528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36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7B59D4-E93F-40C1-A1A2-F1867830C6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926080"/>
            <a:ext cx="5157787" cy="326440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810616-1C77-42AE-8449-D0B64E2B84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938528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36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A74E172-AFE8-48E4-BBB0-CA6D4EC112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926080"/>
            <a:ext cx="5183188" cy="326440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C9407CC-270D-4C98-B95C-7AE67D2E19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2/21/2022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54070D5-9B7B-47FC-9F75-F6AD96074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28EAC17-33BE-4265-8C06-644C2D34F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10" descr="Tag=AccentColor&#10;Flavor=Light&#10;Target=FillAndLine">
            <a:extLst>
              <a:ext uri="{FF2B5EF4-FFF2-40B4-BE49-F238E27FC236}">
                <a16:creationId xmlns:a16="http://schemas.microsoft.com/office/drawing/2014/main" id="{F634C457-AEBF-47D7-9200-BAD05D138B12}"/>
              </a:ext>
            </a:extLst>
          </p:cNvPr>
          <p:cNvSpPr/>
          <p:nvPr/>
        </p:nvSpPr>
        <p:spPr>
          <a:xfrm>
            <a:off x="838199" y="1709928"/>
            <a:ext cx="10515600" cy="27432"/>
          </a:xfrm>
          <a:custGeom>
            <a:avLst/>
            <a:gdLst>
              <a:gd name="connsiteX0" fmla="*/ 0 w 10515600"/>
              <a:gd name="connsiteY0" fmla="*/ 0 h 27432"/>
              <a:gd name="connsiteX1" fmla="*/ 446913 w 10515600"/>
              <a:gd name="connsiteY1" fmla="*/ 0 h 27432"/>
              <a:gd name="connsiteX2" fmla="*/ 1104138 w 10515600"/>
              <a:gd name="connsiteY2" fmla="*/ 0 h 27432"/>
              <a:gd name="connsiteX3" fmla="*/ 1866519 w 10515600"/>
              <a:gd name="connsiteY3" fmla="*/ 0 h 27432"/>
              <a:gd name="connsiteX4" fmla="*/ 2208276 w 10515600"/>
              <a:gd name="connsiteY4" fmla="*/ 0 h 27432"/>
              <a:gd name="connsiteX5" fmla="*/ 2550033 w 10515600"/>
              <a:gd name="connsiteY5" fmla="*/ 0 h 27432"/>
              <a:gd name="connsiteX6" fmla="*/ 3417570 w 10515600"/>
              <a:gd name="connsiteY6" fmla="*/ 0 h 27432"/>
              <a:gd name="connsiteX7" fmla="*/ 4074795 w 10515600"/>
              <a:gd name="connsiteY7" fmla="*/ 0 h 27432"/>
              <a:gd name="connsiteX8" fmla="*/ 4416552 w 10515600"/>
              <a:gd name="connsiteY8" fmla="*/ 0 h 27432"/>
              <a:gd name="connsiteX9" fmla="*/ 5073777 w 10515600"/>
              <a:gd name="connsiteY9" fmla="*/ 0 h 27432"/>
              <a:gd name="connsiteX10" fmla="*/ 5941314 w 10515600"/>
              <a:gd name="connsiteY10" fmla="*/ 0 h 27432"/>
              <a:gd name="connsiteX11" fmla="*/ 6493383 w 10515600"/>
              <a:gd name="connsiteY11" fmla="*/ 0 h 27432"/>
              <a:gd name="connsiteX12" fmla="*/ 7045452 w 10515600"/>
              <a:gd name="connsiteY12" fmla="*/ 0 h 27432"/>
              <a:gd name="connsiteX13" fmla="*/ 7702677 w 10515600"/>
              <a:gd name="connsiteY13" fmla="*/ 0 h 27432"/>
              <a:gd name="connsiteX14" fmla="*/ 8465058 w 10515600"/>
              <a:gd name="connsiteY14" fmla="*/ 0 h 27432"/>
              <a:gd name="connsiteX15" fmla="*/ 9227439 w 10515600"/>
              <a:gd name="connsiteY15" fmla="*/ 0 h 27432"/>
              <a:gd name="connsiteX16" fmla="*/ 10515600 w 10515600"/>
              <a:gd name="connsiteY16" fmla="*/ 0 h 27432"/>
              <a:gd name="connsiteX17" fmla="*/ 10515600 w 10515600"/>
              <a:gd name="connsiteY17" fmla="*/ 27432 h 27432"/>
              <a:gd name="connsiteX18" fmla="*/ 10068687 w 10515600"/>
              <a:gd name="connsiteY18" fmla="*/ 27432 h 27432"/>
              <a:gd name="connsiteX19" fmla="*/ 9201150 w 10515600"/>
              <a:gd name="connsiteY19" fmla="*/ 27432 h 27432"/>
              <a:gd name="connsiteX20" fmla="*/ 8543925 w 10515600"/>
              <a:gd name="connsiteY20" fmla="*/ 27432 h 27432"/>
              <a:gd name="connsiteX21" fmla="*/ 8202168 w 10515600"/>
              <a:gd name="connsiteY21" fmla="*/ 27432 h 27432"/>
              <a:gd name="connsiteX22" fmla="*/ 7544943 w 10515600"/>
              <a:gd name="connsiteY22" fmla="*/ 27432 h 27432"/>
              <a:gd name="connsiteX23" fmla="*/ 6992874 w 10515600"/>
              <a:gd name="connsiteY23" fmla="*/ 27432 h 27432"/>
              <a:gd name="connsiteX24" fmla="*/ 6440805 w 10515600"/>
              <a:gd name="connsiteY24" fmla="*/ 27432 h 27432"/>
              <a:gd name="connsiteX25" fmla="*/ 5888736 w 10515600"/>
              <a:gd name="connsiteY25" fmla="*/ 27432 h 27432"/>
              <a:gd name="connsiteX26" fmla="*/ 5336667 w 10515600"/>
              <a:gd name="connsiteY26" fmla="*/ 27432 h 27432"/>
              <a:gd name="connsiteX27" fmla="*/ 4574286 w 10515600"/>
              <a:gd name="connsiteY27" fmla="*/ 27432 h 27432"/>
              <a:gd name="connsiteX28" fmla="*/ 3917061 w 10515600"/>
              <a:gd name="connsiteY28" fmla="*/ 27432 h 27432"/>
              <a:gd name="connsiteX29" fmla="*/ 3575304 w 10515600"/>
              <a:gd name="connsiteY29" fmla="*/ 27432 h 27432"/>
              <a:gd name="connsiteX30" fmla="*/ 3023235 w 10515600"/>
              <a:gd name="connsiteY30" fmla="*/ 27432 h 27432"/>
              <a:gd name="connsiteX31" fmla="*/ 2260854 w 10515600"/>
              <a:gd name="connsiteY31" fmla="*/ 27432 h 27432"/>
              <a:gd name="connsiteX32" fmla="*/ 1813941 w 10515600"/>
              <a:gd name="connsiteY32" fmla="*/ 27432 h 27432"/>
              <a:gd name="connsiteX33" fmla="*/ 946404 w 10515600"/>
              <a:gd name="connsiteY33" fmla="*/ 27432 h 27432"/>
              <a:gd name="connsiteX34" fmla="*/ 0 w 10515600"/>
              <a:gd name="connsiteY34" fmla="*/ 27432 h 27432"/>
              <a:gd name="connsiteX35" fmla="*/ 0 w 10515600"/>
              <a:gd name="connsiteY35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515600" h="27432" fill="none" extrusionOk="0">
                <a:moveTo>
                  <a:pt x="0" y="0"/>
                </a:moveTo>
                <a:cubicBezTo>
                  <a:pt x="119693" y="-14343"/>
                  <a:pt x="253007" y="-7583"/>
                  <a:pt x="446913" y="0"/>
                </a:cubicBezTo>
                <a:cubicBezTo>
                  <a:pt x="640819" y="7583"/>
                  <a:pt x="841419" y="-7067"/>
                  <a:pt x="1104138" y="0"/>
                </a:cubicBezTo>
                <a:cubicBezTo>
                  <a:pt x="1366858" y="7067"/>
                  <a:pt x="1495525" y="1255"/>
                  <a:pt x="1866519" y="0"/>
                </a:cubicBezTo>
                <a:cubicBezTo>
                  <a:pt x="2237513" y="-1255"/>
                  <a:pt x="2043820" y="12003"/>
                  <a:pt x="2208276" y="0"/>
                </a:cubicBezTo>
                <a:cubicBezTo>
                  <a:pt x="2372732" y="-12003"/>
                  <a:pt x="2419452" y="9887"/>
                  <a:pt x="2550033" y="0"/>
                </a:cubicBezTo>
                <a:cubicBezTo>
                  <a:pt x="2680614" y="-9887"/>
                  <a:pt x="3098156" y="3827"/>
                  <a:pt x="3417570" y="0"/>
                </a:cubicBezTo>
                <a:cubicBezTo>
                  <a:pt x="3736984" y="-3827"/>
                  <a:pt x="3916040" y="-6233"/>
                  <a:pt x="4074795" y="0"/>
                </a:cubicBezTo>
                <a:cubicBezTo>
                  <a:pt x="4233551" y="6233"/>
                  <a:pt x="4279253" y="5661"/>
                  <a:pt x="4416552" y="0"/>
                </a:cubicBezTo>
                <a:cubicBezTo>
                  <a:pt x="4553851" y="-5661"/>
                  <a:pt x="4915758" y="26022"/>
                  <a:pt x="5073777" y="0"/>
                </a:cubicBezTo>
                <a:cubicBezTo>
                  <a:pt x="5231797" y="-26022"/>
                  <a:pt x="5612089" y="32230"/>
                  <a:pt x="5941314" y="0"/>
                </a:cubicBezTo>
                <a:cubicBezTo>
                  <a:pt x="6270539" y="-32230"/>
                  <a:pt x="6313600" y="3064"/>
                  <a:pt x="6493383" y="0"/>
                </a:cubicBezTo>
                <a:cubicBezTo>
                  <a:pt x="6673166" y="-3064"/>
                  <a:pt x="6902474" y="-21096"/>
                  <a:pt x="7045452" y="0"/>
                </a:cubicBezTo>
                <a:cubicBezTo>
                  <a:pt x="7188430" y="21096"/>
                  <a:pt x="7478162" y="17386"/>
                  <a:pt x="7702677" y="0"/>
                </a:cubicBezTo>
                <a:cubicBezTo>
                  <a:pt x="7927192" y="-17386"/>
                  <a:pt x="8295683" y="-35143"/>
                  <a:pt x="8465058" y="0"/>
                </a:cubicBezTo>
                <a:cubicBezTo>
                  <a:pt x="8634433" y="35143"/>
                  <a:pt x="8927835" y="4103"/>
                  <a:pt x="9227439" y="0"/>
                </a:cubicBezTo>
                <a:cubicBezTo>
                  <a:pt x="9527043" y="-4103"/>
                  <a:pt x="10105355" y="-17535"/>
                  <a:pt x="10515600" y="0"/>
                </a:cubicBezTo>
                <a:cubicBezTo>
                  <a:pt x="10515789" y="12323"/>
                  <a:pt x="10515633" y="14639"/>
                  <a:pt x="10515600" y="27432"/>
                </a:cubicBezTo>
                <a:cubicBezTo>
                  <a:pt x="10343646" y="15282"/>
                  <a:pt x="10223667" y="31057"/>
                  <a:pt x="10068687" y="27432"/>
                </a:cubicBezTo>
                <a:cubicBezTo>
                  <a:pt x="9913707" y="23807"/>
                  <a:pt x="9512455" y="4101"/>
                  <a:pt x="9201150" y="27432"/>
                </a:cubicBezTo>
                <a:cubicBezTo>
                  <a:pt x="8889845" y="50763"/>
                  <a:pt x="8866277" y="3158"/>
                  <a:pt x="8543925" y="27432"/>
                </a:cubicBezTo>
                <a:cubicBezTo>
                  <a:pt x="8221573" y="51706"/>
                  <a:pt x="8288348" y="37286"/>
                  <a:pt x="8202168" y="27432"/>
                </a:cubicBezTo>
                <a:cubicBezTo>
                  <a:pt x="8115988" y="17578"/>
                  <a:pt x="7797033" y="6631"/>
                  <a:pt x="7544943" y="27432"/>
                </a:cubicBezTo>
                <a:cubicBezTo>
                  <a:pt x="7292854" y="48233"/>
                  <a:pt x="7108060" y="41767"/>
                  <a:pt x="6992874" y="27432"/>
                </a:cubicBezTo>
                <a:cubicBezTo>
                  <a:pt x="6877688" y="13097"/>
                  <a:pt x="6668930" y="7947"/>
                  <a:pt x="6440805" y="27432"/>
                </a:cubicBezTo>
                <a:cubicBezTo>
                  <a:pt x="6212680" y="46917"/>
                  <a:pt x="6027476" y="35225"/>
                  <a:pt x="5888736" y="27432"/>
                </a:cubicBezTo>
                <a:cubicBezTo>
                  <a:pt x="5749996" y="19639"/>
                  <a:pt x="5574559" y="43627"/>
                  <a:pt x="5336667" y="27432"/>
                </a:cubicBezTo>
                <a:cubicBezTo>
                  <a:pt x="5098775" y="11237"/>
                  <a:pt x="4837534" y="41882"/>
                  <a:pt x="4574286" y="27432"/>
                </a:cubicBezTo>
                <a:cubicBezTo>
                  <a:pt x="4311038" y="12982"/>
                  <a:pt x="4126419" y="26678"/>
                  <a:pt x="3917061" y="27432"/>
                </a:cubicBezTo>
                <a:cubicBezTo>
                  <a:pt x="3707704" y="28186"/>
                  <a:pt x="3657291" y="40087"/>
                  <a:pt x="3575304" y="27432"/>
                </a:cubicBezTo>
                <a:cubicBezTo>
                  <a:pt x="3493317" y="14777"/>
                  <a:pt x="3185226" y="45867"/>
                  <a:pt x="3023235" y="27432"/>
                </a:cubicBezTo>
                <a:cubicBezTo>
                  <a:pt x="2861244" y="8997"/>
                  <a:pt x="2597085" y="35801"/>
                  <a:pt x="2260854" y="27432"/>
                </a:cubicBezTo>
                <a:cubicBezTo>
                  <a:pt x="1924623" y="19063"/>
                  <a:pt x="1996678" y="15705"/>
                  <a:pt x="1813941" y="27432"/>
                </a:cubicBezTo>
                <a:cubicBezTo>
                  <a:pt x="1631204" y="39159"/>
                  <a:pt x="1187542" y="49167"/>
                  <a:pt x="946404" y="27432"/>
                </a:cubicBezTo>
                <a:cubicBezTo>
                  <a:pt x="705266" y="5697"/>
                  <a:pt x="404743" y="28229"/>
                  <a:pt x="0" y="27432"/>
                </a:cubicBezTo>
                <a:cubicBezTo>
                  <a:pt x="244" y="15297"/>
                  <a:pt x="645" y="7129"/>
                  <a:pt x="0" y="0"/>
                </a:cubicBezTo>
                <a:close/>
              </a:path>
              <a:path w="10515600" h="27432" stroke="0" extrusionOk="0">
                <a:moveTo>
                  <a:pt x="0" y="0"/>
                </a:moveTo>
                <a:cubicBezTo>
                  <a:pt x="230793" y="14353"/>
                  <a:pt x="332416" y="21392"/>
                  <a:pt x="552069" y="0"/>
                </a:cubicBezTo>
                <a:cubicBezTo>
                  <a:pt x="771722" y="-21392"/>
                  <a:pt x="761737" y="-14337"/>
                  <a:pt x="893826" y="0"/>
                </a:cubicBezTo>
                <a:cubicBezTo>
                  <a:pt x="1025915" y="14337"/>
                  <a:pt x="1441584" y="-15498"/>
                  <a:pt x="1761363" y="0"/>
                </a:cubicBezTo>
                <a:cubicBezTo>
                  <a:pt x="2081142" y="15498"/>
                  <a:pt x="2111503" y="7278"/>
                  <a:pt x="2313432" y="0"/>
                </a:cubicBezTo>
                <a:cubicBezTo>
                  <a:pt x="2515361" y="-7278"/>
                  <a:pt x="2743584" y="-17845"/>
                  <a:pt x="2865501" y="0"/>
                </a:cubicBezTo>
                <a:cubicBezTo>
                  <a:pt x="2987418" y="17845"/>
                  <a:pt x="3345183" y="8208"/>
                  <a:pt x="3733038" y="0"/>
                </a:cubicBezTo>
                <a:cubicBezTo>
                  <a:pt x="4120893" y="-8208"/>
                  <a:pt x="4009066" y="-3159"/>
                  <a:pt x="4179951" y="0"/>
                </a:cubicBezTo>
                <a:cubicBezTo>
                  <a:pt x="4350836" y="3159"/>
                  <a:pt x="4735020" y="17517"/>
                  <a:pt x="5047488" y="0"/>
                </a:cubicBezTo>
                <a:cubicBezTo>
                  <a:pt x="5359956" y="-17517"/>
                  <a:pt x="5662148" y="-17777"/>
                  <a:pt x="5915025" y="0"/>
                </a:cubicBezTo>
                <a:cubicBezTo>
                  <a:pt x="6167902" y="17777"/>
                  <a:pt x="6308797" y="30350"/>
                  <a:pt x="6572250" y="0"/>
                </a:cubicBezTo>
                <a:cubicBezTo>
                  <a:pt x="6835703" y="-30350"/>
                  <a:pt x="7107419" y="-9627"/>
                  <a:pt x="7439787" y="0"/>
                </a:cubicBezTo>
                <a:cubicBezTo>
                  <a:pt x="7772155" y="9627"/>
                  <a:pt x="7844034" y="-9098"/>
                  <a:pt x="7991856" y="0"/>
                </a:cubicBezTo>
                <a:cubicBezTo>
                  <a:pt x="8139678" y="9098"/>
                  <a:pt x="8289889" y="-20239"/>
                  <a:pt x="8543925" y="0"/>
                </a:cubicBezTo>
                <a:cubicBezTo>
                  <a:pt x="8797961" y="20239"/>
                  <a:pt x="8994198" y="29575"/>
                  <a:pt x="9306306" y="0"/>
                </a:cubicBezTo>
                <a:cubicBezTo>
                  <a:pt x="9618414" y="-29575"/>
                  <a:pt x="9739118" y="-23835"/>
                  <a:pt x="9858375" y="0"/>
                </a:cubicBezTo>
                <a:cubicBezTo>
                  <a:pt x="9977632" y="23835"/>
                  <a:pt x="10370488" y="-4069"/>
                  <a:pt x="10515600" y="0"/>
                </a:cubicBezTo>
                <a:cubicBezTo>
                  <a:pt x="10515650" y="5798"/>
                  <a:pt x="10515903" y="19375"/>
                  <a:pt x="10515600" y="27432"/>
                </a:cubicBezTo>
                <a:cubicBezTo>
                  <a:pt x="10304538" y="42307"/>
                  <a:pt x="10069280" y="3335"/>
                  <a:pt x="9753219" y="27432"/>
                </a:cubicBezTo>
                <a:cubicBezTo>
                  <a:pt x="9437158" y="51529"/>
                  <a:pt x="9488415" y="23852"/>
                  <a:pt x="9411462" y="27432"/>
                </a:cubicBezTo>
                <a:cubicBezTo>
                  <a:pt x="9334509" y="31012"/>
                  <a:pt x="9183755" y="44107"/>
                  <a:pt x="8964549" y="27432"/>
                </a:cubicBezTo>
                <a:cubicBezTo>
                  <a:pt x="8745343" y="10757"/>
                  <a:pt x="8279150" y="61693"/>
                  <a:pt x="8097012" y="27432"/>
                </a:cubicBezTo>
                <a:cubicBezTo>
                  <a:pt x="7914874" y="-6829"/>
                  <a:pt x="7608717" y="59556"/>
                  <a:pt x="7439787" y="27432"/>
                </a:cubicBezTo>
                <a:cubicBezTo>
                  <a:pt x="7270858" y="-4692"/>
                  <a:pt x="7154492" y="27026"/>
                  <a:pt x="6992874" y="27432"/>
                </a:cubicBezTo>
                <a:cubicBezTo>
                  <a:pt x="6831256" y="27838"/>
                  <a:pt x="6536817" y="51174"/>
                  <a:pt x="6335649" y="27432"/>
                </a:cubicBezTo>
                <a:cubicBezTo>
                  <a:pt x="6134481" y="3690"/>
                  <a:pt x="6097824" y="11070"/>
                  <a:pt x="5993892" y="27432"/>
                </a:cubicBezTo>
                <a:cubicBezTo>
                  <a:pt x="5889960" y="43794"/>
                  <a:pt x="5793821" y="34098"/>
                  <a:pt x="5652135" y="27432"/>
                </a:cubicBezTo>
                <a:cubicBezTo>
                  <a:pt x="5510449" y="20766"/>
                  <a:pt x="5168382" y="-3650"/>
                  <a:pt x="4994910" y="27432"/>
                </a:cubicBezTo>
                <a:cubicBezTo>
                  <a:pt x="4821439" y="58514"/>
                  <a:pt x="4653937" y="21362"/>
                  <a:pt x="4547997" y="27432"/>
                </a:cubicBezTo>
                <a:cubicBezTo>
                  <a:pt x="4442057" y="33502"/>
                  <a:pt x="4153363" y="33024"/>
                  <a:pt x="3785616" y="27432"/>
                </a:cubicBezTo>
                <a:cubicBezTo>
                  <a:pt x="3417869" y="21840"/>
                  <a:pt x="3544908" y="29840"/>
                  <a:pt x="3338703" y="27432"/>
                </a:cubicBezTo>
                <a:cubicBezTo>
                  <a:pt x="3132498" y="25024"/>
                  <a:pt x="2782152" y="45947"/>
                  <a:pt x="2576322" y="27432"/>
                </a:cubicBezTo>
                <a:cubicBezTo>
                  <a:pt x="2370492" y="8917"/>
                  <a:pt x="2347214" y="14129"/>
                  <a:pt x="2234565" y="27432"/>
                </a:cubicBezTo>
                <a:cubicBezTo>
                  <a:pt x="2121916" y="40735"/>
                  <a:pt x="1785921" y="49081"/>
                  <a:pt x="1472184" y="27432"/>
                </a:cubicBezTo>
                <a:cubicBezTo>
                  <a:pt x="1158447" y="5783"/>
                  <a:pt x="1203910" y="37937"/>
                  <a:pt x="1025271" y="27432"/>
                </a:cubicBezTo>
                <a:cubicBezTo>
                  <a:pt x="846632" y="16927"/>
                  <a:pt x="846577" y="17996"/>
                  <a:pt x="683514" y="27432"/>
                </a:cubicBezTo>
                <a:cubicBezTo>
                  <a:pt x="520451" y="36868"/>
                  <a:pt x="320799" y="46677"/>
                  <a:pt x="0" y="27432"/>
                </a:cubicBezTo>
                <a:cubicBezTo>
                  <a:pt x="-510" y="19859"/>
                  <a:pt x="-1106" y="11474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83114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EE9AC0-40CD-4451-BF00-5E2FC7B745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3704" y="1728216"/>
            <a:ext cx="7781544" cy="3392424"/>
          </a:xfrm>
        </p:spPr>
        <p:txBody>
          <a:bodyPr>
            <a:normAutofit/>
          </a:bodyPr>
          <a:lstStyle>
            <a:lvl1pPr algn="ctr">
              <a:defRPr sz="7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6FD9A32-9C83-452B-BC69-CC6E95D3C9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2/21/2022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87B83E-E23E-42DE-876D-F55908A97D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1C03A8-D428-4010-B413-13B1E9922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6" descr="Tag=AccentColor&#10;Flavor=Light&#10;Target=FillAndLine">
            <a:extLst>
              <a:ext uri="{FF2B5EF4-FFF2-40B4-BE49-F238E27FC236}">
                <a16:creationId xmlns:a16="http://schemas.microsoft.com/office/drawing/2014/main" id="{17F03060-85EC-4182-8C18-C6EE0D373E4B}"/>
              </a:ext>
            </a:extLst>
          </p:cNvPr>
          <p:cNvSpPr/>
          <p:nvPr/>
        </p:nvSpPr>
        <p:spPr>
          <a:xfrm>
            <a:off x="3974206" y="5126892"/>
            <a:ext cx="4243589" cy="27432"/>
          </a:xfrm>
          <a:custGeom>
            <a:avLst/>
            <a:gdLst>
              <a:gd name="connsiteX0" fmla="*/ 0 w 4243589"/>
              <a:gd name="connsiteY0" fmla="*/ 0 h 27432"/>
              <a:gd name="connsiteX1" fmla="*/ 563791 w 4243589"/>
              <a:gd name="connsiteY1" fmla="*/ 0 h 27432"/>
              <a:gd name="connsiteX2" fmla="*/ 1042710 w 4243589"/>
              <a:gd name="connsiteY2" fmla="*/ 0 h 27432"/>
              <a:gd name="connsiteX3" fmla="*/ 1564066 w 4243589"/>
              <a:gd name="connsiteY3" fmla="*/ 0 h 27432"/>
              <a:gd name="connsiteX4" fmla="*/ 2212729 w 4243589"/>
              <a:gd name="connsiteY4" fmla="*/ 0 h 27432"/>
              <a:gd name="connsiteX5" fmla="*/ 2776520 w 4243589"/>
              <a:gd name="connsiteY5" fmla="*/ 0 h 27432"/>
              <a:gd name="connsiteX6" fmla="*/ 3297875 w 4243589"/>
              <a:gd name="connsiteY6" fmla="*/ 0 h 27432"/>
              <a:gd name="connsiteX7" fmla="*/ 4243589 w 4243589"/>
              <a:gd name="connsiteY7" fmla="*/ 0 h 27432"/>
              <a:gd name="connsiteX8" fmla="*/ 4243589 w 4243589"/>
              <a:gd name="connsiteY8" fmla="*/ 27432 h 27432"/>
              <a:gd name="connsiteX9" fmla="*/ 3637362 w 4243589"/>
              <a:gd name="connsiteY9" fmla="*/ 27432 h 27432"/>
              <a:gd name="connsiteX10" fmla="*/ 3116007 w 4243589"/>
              <a:gd name="connsiteY10" fmla="*/ 27432 h 27432"/>
              <a:gd name="connsiteX11" fmla="*/ 2424908 w 4243589"/>
              <a:gd name="connsiteY11" fmla="*/ 27432 h 27432"/>
              <a:gd name="connsiteX12" fmla="*/ 1861117 w 4243589"/>
              <a:gd name="connsiteY12" fmla="*/ 27432 h 27432"/>
              <a:gd name="connsiteX13" fmla="*/ 1382198 w 4243589"/>
              <a:gd name="connsiteY13" fmla="*/ 27432 h 27432"/>
              <a:gd name="connsiteX14" fmla="*/ 733535 w 4243589"/>
              <a:gd name="connsiteY14" fmla="*/ 27432 h 27432"/>
              <a:gd name="connsiteX15" fmla="*/ 0 w 4243589"/>
              <a:gd name="connsiteY15" fmla="*/ 27432 h 27432"/>
              <a:gd name="connsiteX16" fmla="*/ 0 w 4243589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44635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2816A0-77C4-4A3F-87BD-A7321E3C84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2/21/2022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FC3464-F026-4C77-9441-55ECA5054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7D9257-BADE-4D0B-AF0B-D09FE95FA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45078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A1C48E-F751-45A2-9010-208B81EDBE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3429000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D501F6-8430-4758-8636-74D68E990E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03520" y="548640"/>
            <a:ext cx="6053328" cy="5431536"/>
          </a:xfrm>
        </p:spPr>
        <p:txBody>
          <a:bodyPr anchor="ctr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79DC39-A29C-494C-98B6-999746C5F3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977640"/>
            <a:ext cx="3932237" cy="2002536"/>
          </a:xfrm>
        </p:spPr>
        <p:txBody>
          <a:bodyPr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84C988-A6DB-469A-B8AA-31866F36E8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2/21/2022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BC39C3-81EB-4828-9AD3-2F1FAC521E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59376C-9810-49A5-BC9A-4E6A02175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6" descr="Tag=AccentColor&#10;Flavor=Light&#10;Target=FillAndLine">
            <a:extLst>
              <a:ext uri="{FF2B5EF4-FFF2-40B4-BE49-F238E27FC236}">
                <a16:creationId xmlns:a16="http://schemas.microsoft.com/office/drawing/2014/main" id="{B9F96F3A-E64D-4401-B02C-BCD5CAA97CFF}"/>
              </a:ext>
            </a:extLst>
          </p:cNvPr>
          <p:cNvSpPr/>
          <p:nvPr/>
        </p:nvSpPr>
        <p:spPr>
          <a:xfrm rot="5400000">
            <a:off x="2797492" y="3254143"/>
            <a:ext cx="4480560" cy="27432"/>
          </a:xfrm>
          <a:custGeom>
            <a:avLst/>
            <a:gdLst>
              <a:gd name="connsiteX0" fmla="*/ 0 w 4480560"/>
              <a:gd name="connsiteY0" fmla="*/ 0 h 27432"/>
              <a:gd name="connsiteX1" fmla="*/ 595274 w 4480560"/>
              <a:gd name="connsiteY1" fmla="*/ 0 h 27432"/>
              <a:gd name="connsiteX2" fmla="*/ 1100938 w 4480560"/>
              <a:gd name="connsiteY2" fmla="*/ 0 h 27432"/>
              <a:gd name="connsiteX3" fmla="*/ 1651406 w 4480560"/>
              <a:gd name="connsiteY3" fmla="*/ 0 h 27432"/>
              <a:gd name="connsiteX4" fmla="*/ 2336292 w 4480560"/>
              <a:gd name="connsiteY4" fmla="*/ 0 h 27432"/>
              <a:gd name="connsiteX5" fmla="*/ 2931566 w 4480560"/>
              <a:gd name="connsiteY5" fmla="*/ 0 h 27432"/>
              <a:gd name="connsiteX6" fmla="*/ 3482035 w 4480560"/>
              <a:gd name="connsiteY6" fmla="*/ 0 h 27432"/>
              <a:gd name="connsiteX7" fmla="*/ 4480560 w 4480560"/>
              <a:gd name="connsiteY7" fmla="*/ 0 h 27432"/>
              <a:gd name="connsiteX8" fmla="*/ 4480560 w 4480560"/>
              <a:gd name="connsiteY8" fmla="*/ 27432 h 27432"/>
              <a:gd name="connsiteX9" fmla="*/ 3840480 w 4480560"/>
              <a:gd name="connsiteY9" fmla="*/ 27432 h 27432"/>
              <a:gd name="connsiteX10" fmla="*/ 3290011 w 4480560"/>
              <a:gd name="connsiteY10" fmla="*/ 27432 h 27432"/>
              <a:gd name="connsiteX11" fmla="*/ 2560320 w 4480560"/>
              <a:gd name="connsiteY11" fmla="*/ 27432 h 27432"/>
              <a:gd name="connsiteX12" fmla="*/ 1965046 w 4480560"/>
              <a:gd name="connsiteY12" fmla="*/ 27432 h 27432"/>
              <a:gd name="connsiteX13" fmla="*/ 1459382 w 4480560"/>
              <a:gd name="connsiteY13" fmla="*/ 27432 h 27432"/>
              <a:gd name="connsiteX14" fmla="*/ 774497 w 4480560"/>
              <a:gd name="connsiteY14" fmla="*/ 27432 h 27432"/>
              <a:gd name="connsiteX15" fmla="*/ 0 w 4480560"/>
              <a:gd name="connsiteY15" fmla="*/ 27432 h 27432"/>
              <a:gd name="connsiteX16" fmla="*/ 0 w 4480560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27432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79587" y="8304"/>
                  <a:pt x="4480082" y="21512"/>
                  <a:pt x="4480560" y="27432"/>
                </a:cubicBezTo>
                <a:cubicBezTo>
                  <a:pt x="4314132" y="24068"/>
                  <a:pt x="4028383" y="45776"/>
                  <a:pt x="3840480" y="27432"/>
                </a:cubicBezTo>
                <a:cubicBezTo>
                  <a:pt x="3652577" y="9088"/>
                  <a:pt x="3547615" y="11992"/>
                  <a:pt x="3290011" y="27432"/>
                </a:cubicBezTo>
                <a:cubicBezTo>
                  <a:pt x="3032407" y="42872"/>
                  <a:pt x="2830268" y="17863"/>
                  <a:pt x="2560320" y="27432"/>
                </a:cubicBezTo>
                <a:cubicBezTo>
                  <a:pt x="2290372" y="37001"/>
                  <a:pt x="2147422" y="15872"/>
                  <a:pt x="1965046" y="27432"/>
                </a:cubicBezTo>
                <a:cubicBezTo>
                  <a:pt x="1782670" y="38992"/>
                  <a:pt x="1689791" y="49824"/>
                  <a:pt x="1459382" y="27432"/>
                </a:cubicBezTo>
                <a:cubicBezTo>
                  <a:pt x="1228973" y="5040"/>
                  <a:pt x="915486" y="45645"/>
                  <a:pt x="774497" y="27432"/>
                </a:cubicBezTo>
                <a:cubicBezTo>
                  <a:pt x="633508" y="9219"/>
                  <a:pt x="361442" y="-1963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480560" h="27432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81045" y="9333"/>
                  <a:pt x="4481838" y="19699"/>
                  <a:pt x="4480560" y="27432"/>
                </a:cubicBezTo>
                <a:cubicBezTo>
                  <a:pt x="4279652" y="2294"/>
                  <a:pt x="4200762" y="50710"/>
                  <a:pt x="3930091" y="27432"/>
                </a:cubicBezTo>
                <a:cubicBezTo>
                  <a:pt x="3659420" y="4154"/>
                  <a:pt x="3456052" y="31438"/>
                  <a:pt x="3290011" y="27432"/>
                </a:cubicBezTo>
                <a:cubicBezTo>
                  <a:pt x="3123970" y="23426"/>
                  <a:pt x="2882392" y="41962"/>
                  <a:pt x="2649931" y="27432"/>
                </a:cubicBezTo>
                <a:cubicBezTo>
                  <a:pt x="2417470" y="12902"/>
                  <a:pt x="2238426" y="16481"/>
                  <a:pt x="2054657" y="27432"/>
                </a:cubicBezTo>
                <a:cubicBezTo>
                  <a:pt x="1870888" y="38383"/>
                  <a:pt x="1566368" y="54184"/>
                  <a:pt x="1324966" y="27432"/>
                </a:cubicBezTo>
                <a:cubicBezTo>
                  <a:pt x="1083564" y="680"/>
                  <a:pt x="787410" y="20090"/>
                  <a:pt x="595274" y="27432"/>
                </a:cubicBezTo>
                <a:cubicBezTo>
                  <a:pt x="403138" y="34774"/>
                  <a:pt x="169622" y="19643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4445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67183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237704-80BD-41B0-8395-41618EC3AF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1920" cy="3429000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4DA4032-EC66-4974-BD30-898B60E4B5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303520" y="548640"/>
            <a:ext cx="6053328" cy="543153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1802D0-5574-4631-BA49-92362F8E40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977640"/>
            <a:ext cx="3931920" cy="2002536"/>
          </a:xfrm>
        </p:spPr>
        <p:txBody>
          <a:bodyPr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2C2F5B-DDDD-4E64-94A9-99E46F4B06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2/21/2022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FA8D36-8865-48E7-8249-ED729A5F70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0F98C3-0B62-4361-8408-A01F70807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6" descr="Tag=AccentColor&#10;Flavor=Light&#10;Target=FillAndLine">
            <a:extLst>
              <a:ext uri="{FF2B5EF4-FFF2-40B4-BE49-F238E27FC236}">
                <a16:creationId xmlns:a16="http://schemas.microsoft.com/office/drawing/2014/main" id="{FE511AB6-FEAF-4549-BA88-0764BD10B63D}"/>
              </a:ext>
            </a:extLst>
          </p:cNvPr>
          <p:cNvSpPr/>
          <p:nvPr/>
        </p:nvSpPr>
        <p:spPr>
          <a:xfrm rot="5400000">
            <a:off x="2798064" y="3254143"/>
            <a:ext cx="4480560" cy="27432"/>
          </a:xfrm>
          <a:custGeom>
            <a:avLst/>
            <a:gdLst>
              <a:gd name="connsiteX0" fmla="*/ 0 w 4480560"/>
              <a:gd name="connsiteY0" fmla="*/ 0 h 27432"/>
              <a:gd name="connsiteX1" fmla="*/ 595274 w 4480560"/>
              <a:gd name="connsiteY1" fmla="*/ 0 h 27432"/>
              <a:gd name="connsiteX2" fmla="*/ 1100938 w 4480560"/>
              <a:gd name="connsiteY2" fmla="*/ 0 h 27432"/>
              <a:gd name="connsiteX3" fmla="*/ 1651406 w 4480560"/>
              <a:gd name="connsiteY3" fmla="*/ 0 h 27432"/>
              <a:gd name="connsiteX4" fmla="*/ 2336292 w 4480560"/>
              <a:gd name="connsiteY4" fmla="*/ 0 h 27432"/>
              <a:gd name="connsiteX5" fmla="*/ 2931566 w 4480560"/>
              <a:gd name="connsiteY5" fmla="*/ 0 h 27432"/>
              <a:gd name="connsiteX6" fmla="*/ 3482035 w 4480560"/>
              <a:gd name="connsiteY6" fmla="*/ 0 h 27432"/>
              <a:gd name="connsiteX7" fmla="*/ 4480560 w 4480560"/>
              <a:gd name="connsiteY7" fmla="*/ 0 h 27432"/>
              <a:gd name="connsiteX8" fmla="*/ 4480560 w 4480560"/>
              <a:gd name="connsiteY8" fmla="*/ 27432 h 27432"/>
              <a:gd name="connsiteX9" fmla="*/ 3840480 w 4480560"/>
              <a:gd name="connsiteY9" fmla="*/ 27432 h 27432"/>
              <a:gd name="connsiteX10" fmla="*/ 3290011 w 4480560"/>
              <a:gd name="connsiteY10" fmla="*/ 27432 h 27432"/>
              <a:gd name="connsiteX11" fmla="*/ 2560320 w 4480560"/>
              <a:gd name="connsiteY11" fmla="*/ 27432 h 27432"/>
              <a:gd name="connsiteX12" fmla="*/ 1965046 w 4480560"/>
              <a:gd name="connsiteY12" fmla="*/ 27432 h 27432"/>
              <a:gd name="connsiteX13" fmla="*/ 1459382 w 4480560"/>
              <a:gd name="connsiteY13" fmla="*/ 27432 h 27432"/>
              <a:gd name="connsiteX14" fmla="*/ 774497 w 4480560"/>
              <a:gd name="connsiteY14" fmla="*/ 27432 h 27432"/>
              <a:gd name="connsiteX15" fmla="*/ 0 w 4480560"/>
              <a:gd name="connsiteY15" fmla="*/ 27432 h 27432"/>
              <a:gd name="connsiteX16" fmla="*/ 0 w 4480560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27432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79587" y="8304"/>
                  <a:pt x="4480082" y="21512"/>
                  <a:pt x="4480560" y="27432"/>
                </a:cubicBezTo>
                <a:cubicBezTo>
                  <a:pt x="4314132" y="24068"/>
                  <a:pt x="4028383" y="45776"/>
                  <a:pt x="3840480" y="27432"/>
                </a:cubicBezTo>
                <a:cubicBezTo>
                  <a:pt x="3652577" y="9088"/>
                  <a:pt x="3547615" y="11992"/>
                  <a:pt x="3290011" y="27432"/>
                </a:cubicBezTo>
                <a:cubicBezTo>
                  <a:pt x="3032407" y="42872"/>
                  <a:pt x="2830268" y="17863"/>
                  <a:pt x="2560320" y="27432"/>
                </a:cubicBezTo>
                <a:cubicBezTo>
                  <a:pt x="2290372" y="37001"/>
                  <a:pt x="2147422" y="15872"/>
                  <a:pt x="1965046" y="27432"/>
                </a:cubicBezTo>
                <a:cubicBezTo>
                  <a:pt x="1782670" y="38992"/>
                  <a:pt x="1689791" y="49824"/>
                  <a:pt x="1459382" y="27432"/>
                </a:cubicBezTo>
                <a:cubicBezTo>
                  <a:pt x="1228973" y="5040"/>
                  <a:pt x="915486" y="45645"/>
                  <a:pt x="774497" y="27432"/>
                </a:cubicBezTo>
                <a:cubicBezTo>
                  <a:pt x="633508" y="9219"/>
                  <a:pt x="361442" y="-1963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480560" h="27432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81045" y="9333"/>
                  <a:pt x="4481838" y="19699"/>
                  <a:pt x="4480560" y="27432"/>
                </a:cubicBezTo>
                <a:cubicBezTo>
                  <a:pt x="4279652" y="2294"/>
                  <a:pt x="4200762" y="50710"/>
                  <a:pt x="3930091" y="27432"/>
                </a:cubicBezTo>
                <a:cubicBezTo>
                  <a:pt x="3659420" y="4154"/>
                  <a:pt x="3456052" y="31438"/>
                  <a:pt x="3290011" y="27432"/>
                </a:cubicBezTo>
                <a:cubicBezTo>
                  <a:pt x="3123970" y="23426"/>
                  <a:pt x="2882392" y="41962"/>
                  <a:pt x="2649931" y="27432"/>
                </a:cubicBezTo>
                <a:cubicBezTo>
                  <a:pt x="2417470" y="12902"/>
                  <a:pt x="2238426" y="16481"/>
                  <a:pt x="2054657" y="27432"/>
                </a:cubicBezTo>
                <a:cubicBezTo>
                  <a:pt x="1870888" y="38383"/>
                  <a:pt x="1566368" y="54184"/>
                  <a:pt x="1324966" y="27432"/>
                </a:cubicBezTo>
                <a:cubicBezTo>
                  <a:pt x="1083564" y="680"/>
                  <a:pt x="787410" y="20090"/>
                  <a:pt x="595274" y="27432"/>
                </a:cubicBezTo>
                <a:cubicBezTo>
                  <a:pt x="403138" y="34774"/>
                  <a:pt x="169622" y="19643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4445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48422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7CF8D-FF51-4FD8-B968-A2C8507347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61A953-02EA-491B-A215-AF8420D74D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084D1E-BC98-44E4-8D2C-89CCDC2933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2/21/2022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3019EB-9C2B-4833-B72A-1476941597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F6E764-5688-45F5-94ED-A7357D2F5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92012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20E3CB6-3025-40BF-A04B-A7B0CB4C01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DD5CB3-8B24-48C7-89D3-8DCAD36A45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0BC931-E2BF-4C1D-91AA-89F82F8268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2/21/2022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48A135-AEE9-4483-957E-3D143318D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8DEFD4-A052-46B3-B2AE-F3091D8A2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9330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72D13B-FFCB-4650-AD3C-CB50373525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CA9470-DF15-46A1-BF0E-8A5367A4B0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3047CB-E94D-482F-BACA-681E96C0EC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345051-2045-45DA-935E-2E3CA1A69ADC}" type="datetimeFigureOut">
              <a:rPr lang="en-US" smtClean="0"/>
              <a:t>2/21/2022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FDA4B5-E797-42FC-8B7A-2294DF24A3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8ED201-6D0E-422C-B4EC-566A3DC298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CD31F4-64FA-4BA0-9498-67783267A8C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57947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66" r:id="rId6"/>
    <p:sldLayoutId id="2147483662" r:id="rId7"/>
    <p:sldLayoutId id="2147483663" r:id="rId8"/>
    <p:sldLayoutId id="2147483664" r:id="rId9"/>
    <p:sldLayoutId id="2147483665" r:id="rId10"/>
    <p:sldLayoutId id="2147483667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5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oracle-patches.com/db/sql/%D0%B4%D0%B8%D0%BD%D0%B0%D0%BC%D0%B8%D1%87%D0%B5%D1%81%D0%BA%D0%B8%D0%B9-sql-%D0%B8-nds-%D0%BA%D0%BE%D0%BC%D0%B0%D0%BD%D0%B4%D1%8B-pl-sql#:~:text=%D0%A2%D0%B5%D1%80%D0%BC%D0%B8%D0%BD%D0%BE%D0%BC%20%C2%AB%D0%B4%D0%B8%D0%BD%D0%B0%D0%BC%D0%B8%D1%87%D0%B5%D1%81%D0%BA%D0%B8%D0%B9%20SQL%C2%BB%20%D0%BE%D0%B1%D0%BE%D0%B7%D0%BD%D0%B0%D1%87%D0%B0%D1%8E%D1%82%D1%81%D1%8F%20%D0%BA%D0%BE%D0%BC%D0%B0%D0%BD%D0%B4%D1%8B,%D0%B0%20%D0%B7%D0%B0%D1%82%D0%B5%D0%BC%20%D0%BA%D0%BE%D0%BC%D0%BF%D0%B8%D0%BB%D0%B8%D1%80%D1%83%D1%8E%D1%82%D1%81%D1%8F%20%D0%B8%20%D0%B2%D1%8B%D0%BF%D0%BE%D0%BB%D0%BD%D1%8F%D1%8E%D1%82%D1%81%D1%8F" TargetMode="External"/><Relationship Id="rId2" Type="http://schemas.openxmlformats.org/officeDocument/2006/relationships/hyperlink" Target="https://oracleplsql.ru/dynamic-sql.html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B7AD9F6-8CE7-4299-8FC6-328F4DCD3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859023" y="274737"/>
            <a:ext cx="3807083" cy="3889749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ru-RU" sz="3800">
                <a:cs typeface="Aharoni"/>
              </a:rPr>
              <a:t>Динамический SQL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890339" y="4636008"/>
            <a:ext cx="3734014" cy="1572768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ru-RU" dirty="0">
                <a:cs typeface="Calibri"/>
              </a:rPr>
              <a:t>И его применение</a:t>
            </a:r>
            <a:endParaRPr lang="ru-RU" dirty="0"/>
          </a:p>
        </p:txBody>
      </p:sp>
      <p:sp>
        <p:nvSpPr>
          <p:cNvPr id="11" name="Rectangle 6">
            <a:extLst>
              <a:ext uri="{FF2B5EF4-FFF2-40B4-BE49-F238E27FC236}">
                <a16:creationId xmlns:a16="http://schemas.microsoft.com/office/drawing/2014/main" id="{F49775AF-8896-43EE-92C6-83497D6DC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0338" y="4409267"/>
            <a:ext cx="3474720" cy="27432"/>
          </a:xfrm>
          <a:custGeom>
            <a:avLst/>
            <a:gdLst>
              <a:gd name="connsiteX0" fmla="*/ 0 w 3474720"/>
              <a:gd name="connsiteY0" fmla="*/ 0 h 27432"/>
              <a:gd name="connsiteX1" fmla="*/ 660197 w 3474720"/>
              <a:gd name="connsiteY1" fmla="*/ 0 h 27432"/>
              <a:gd name="connsiteX2" fmla="*/ 1355141 w 3474720"/>
              <a:gd name="connsiteY2" fmla="*/ 0 h 27432"/>
              <a:gd name="connsiteX3" fmla="*/ 2084832 w 3474720"/>
              <a:gd name="connsiteY3" fmla="*/ 0 h 27432"/>
              <a:gd name="connsiteX4" fmla="*/ 2814523 w 3474720"/>
              <a:gd name="connsiteY4" fmla="*/ 0 h 27432"/>
              <a:gd name="connsiteX5" fmla="*/ 3474720 w 3474720"/>
              <a:gd name="connsiteY5" fmla="*/ 0 h 27432"/>
              <a:gd name="connsiteX6" fmla="*/ 3474720 w 3474720"/>
              <a:gd name="connsiteY6" fmla="*/ 27432 h 27432"/>
              <a:gd name="connsiteX7" fmla="*/ 2710282 w 3474720"/>
              <a:gd name="connsiteY7" fmla="*/ 27432 h 27432"/>
              <a:gd name="connsiteX8" fmla="*/ 1945843 w 3474720"/>
              <a:gd name="connsiteY8" fmla="*/ 27432 h 27432"/>
              <a:gd name="connsiteX9" fmla="*/ 1250899 w 3474720"/>
              <a:gd name="connsiteY9" fmla="*/ 27432 h 27432"/>
              <a:gd name="connsiteX10" fmla="*/ 0 w 3474720"/>
              <a:gd name="connsiteY10" fmla="*/ 27432 h 27432"/>
              <a:gd name="connsiteX11" fmla="*/ 0 w 3474720"/>
              <a:gd name="connsiteY11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474720" h="27432" fill="none" extrusionOk="0">
                <a:moveTo>
                  <a:pt x="0" y="0"/>
                </a:moveTo>
                <a:cubicBezTo>
                  <a:pt x="307185" y="-8713"/>
                  <a:pt x="392307" y="-13121"/>
                  <a:pt x="660197" y="0"/>
                </a:cubicBezTo>
                <a:cubicBezTo>
                  <a:pt x="928087" y="13121"/>
                  <a:pt x="1167029" y="-2668"/>
                  <a:pt x="1355141" y="0"/>
                </a:cubicBezTo>
                <a:cubicBezTo>
                  <a:pt x="1543253" y="2668"/>
                  <a:pt x="1739408" y="-6709"/>
                  <a:pt x="2084832" y="0"/>
                </a:cubicBezTo>
                <a:cubicBezTo>
                  <a:pt x="2430256" y="6709"/>
                  <a:pt x="2538889" y="29706"/>
                  <a:pt x="2814523" y="0"/>
                </a:cubicBezTo>
                <a:cubicBezTo>
                  <a:pt x="3090157" y="-29706"/>
                  <a:pt x="3152920" y="-15446"/>
                  <a:pt x="3474720" y="0"/>
                </a:cubicBezTo>
                <a:cubicBezTo>
                  <a:pt x="3473554" y="7395"/>
                  <a:pt x="3474765" y="21864"/>
                  <a:pt x="3474720" y="27432"/>
                </a:cubicBezTo>
                <a:cubicBezTo>
                  <a:pt x="3275380" y="12730"/>
                  <a:pt x="2958934" y="10130"/>
                  <a:pt x="2710282" y="27432"/>
                </a:cubicBezTo>
                <a:cubicBezTo>
                  <a:pt x="2461630" y="44734"/>
                  <a:pt x="2131168" y="43757"/>
                  <a:pt x="1945843" y="27432"/>
                </a:cubicBezTo>
                <a:cubicBezTo>
                  <a:pt x="1760518" y="11107"/>
                  <a:pt x="1444829" y="-3738"/>
                  <a:pt x="1250899" y="27432"/>
                </a:cubicBezTo>
                <a:cubicBezTo>
                  <a:pt x="1056969" y="58602"/>
                  <a:pt x="444992" y="52761"/>
                  <a:pt x="0" y="27432"/>
                </a:cubicBezTo>
                <a:cubicBezTo>
                  <a:pt x="-503" y="20663"/>
                  <a:pt x="1168" y="5855"/>
                  <a:pt x="0" y="0"/>
                </a:cubicBezTo>
                <a:close/>
              </a:path>
              <a:path w="3474720" h="27432" stroke="0" extrusionOk="0">
                <a:moveTo>
                  <a:pt x="0" y="0"/>
                </a:moveTo>
                <a:cubicBezTo>
                  <a:pt x="300114" y="-5103"/>
                  <a:pt x="525093" y="-25284"/>
                  <a:pt x="660197" y="0"/>
                </a:cubicBezTo>
                <a:cubicBezTo>
                  <a:pt x="795301" y="25284"/>
                  <a:pt x="1023172" y="17955"/>
                  <a:pt x="1250899" y="0"/>
                </a:cubicBezTo>
                <a:cubicBezTo>
                  <a:pt x="1478626" y="-17955"/>
                  <a:pt x="1782079" y="-27844"/>
                  <a:pt x="2015338" y="0"/>
                </a:cubicBezTo>
                <a:cubicBezTo>
                  <a:pt x="2248597" y="27844"/>
                  <a:pt x="2491007" y="27648"/>
                  <a:pt x="2675534" y="0"/>
                </a:cubicBezTo>
                <a:cubicBezTo>
                  <a:pt x="2860061" y="-27648"/>
                  <a:pt x="3088679" y="-3661"/>
                  <a:pt x="3474720" y="0"/>
                </a:cubicBezTo>
                <a:cubicBezTo>
                  <a:pt x="3474913" y="12649"/>
                  <a:pt x="3473732" y="17989"/>
                  <a:pt x="3474720" y="27432"/>
                </a:cubicBezTo>
                <a:cubicBezTo>
                  <a:pt x="3317198" y="15714"/>
                  <a:pt x="2959205" y="52182"/>
                  <a:pt x="2779776" y="27432"/>
                </a:cubicBezTo>
                <a:cubicBezTo>
                  <a:pt x="2600347" y="2682"/>
                  <a:pt x="2382660" y="-684"/>
                  <a:pt x="2015338" y="27432"/>
                </a:cubicBezTo>
                <a:cubicBezTo>
                  <a:pt x="1648016" y="55548"/>
                  <a:pt x="1641073" y="39646"/>
                  <a:pt x="1424635" y="27432"/>
                </a:cubicBezTo>
                <a:cubicBezTo>
                  <a:pt x="1208197" y="15218"/>
                  <a:pt x="1021559" y="15893"/>
                  <a:pt x="729691" y="27432"/>
                </a:cubicBezTo>
                <a:cubicBezTo>
                  <a:pt x="437823" y="38971"/>
                  <a:pt x="153856" y="-2647"/>
                  <a:pt x="0" y="27432"/>
                </a:cubicBezTo>
                <a:cubicBezTo>
                  <a:pt x="1300" y="19678"/>
                  <a:pt x="-86" y="12044"/>
                  <a:pt x="0" y="0"/>
                </a:cubicBezTo>
                <a:close/>
              </a:path>
            </a:pathLst>
          </a:custGeom>
          <a:solidFill>
            <a:srgbClr val="CC2BE5"/>
          </a:solidFill>
          <a:ln w="38100" cap="rnd">
            <a:solidFill>
              <a:srgbClr val="CC2BE5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Программирование на мониторе компьютера">
            <a:extLst>
              <a:ext uri="{FF2B5EF4-FFF2-40B4-BE49-F238E27FC236}">
                <a16:creationId xmlns:a16="http://schemas.microsoft.com/office/drawing/2014/main" id="{D9D5F889-908D-4E56-A4A4-2B89E41750D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3149" r="-3" b="-3"/>
          <a:stretch/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3516515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6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rgbClr val="CC2BE5"/>
          </a:solidFill>
          <a:ln w="38100" cap="rnd">
            <a:solidFill>
              <a:srgbClr val="CC2BE5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65E4809-E0A0-4EAC-B322-DD9235BC55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ru-RU" dirty="0">
                <a:latin typeface="Microsoft Sans Serif"/>
                <a:ea typeface="+mn-lt"/>
                <a:cs typeface="+mn-lt"/>
              </a:rPr>
              <a:t>Термином «динамический SQL» обозначаются команды SQL, которые конструируются и вызываются непосредственно во время выполнения программы. Статическими называются жестко закодированные команды SQL, которые не изменяются с момента компиляции программы. «Динамическим PL/SQL» называют целые блоки кода PL/SQL, которые строятся динамически, а затем компилируются и выполняются.</a:t>
            </a:r>
            <a:endParaRPr lang="ru-RU" dirty="0">
              <a:latin typeface="Microsoft Sans Serif"/>
            </a:endParaRPr>
          </a:p>
        </p:txBody>
      </p:sp>
    </p:spTree>
    <p:extLst>
      <p:ext uri="{BB962C8B-B14F-4D97-AF65-F5344CB8AC3E}">
        <p14:creationId xmlns:p14="http://schemas.microsoft.com/office/powerpoint/2010/main" val="31982244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A6417DF-AA19-4F77-A076-C0360F7F27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Используемые пакеты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F38D97D-9978-4429-8BB8-07577DDE3B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ru-RU" dirty="0">
                <a:latin typeface="Microsoft Sans Serif"/>
                <a:ea typeface="Microsoft Sans Serif"/>
                <a:cs typeface="Microsoft Sans Serif"/>
              </a:rPr>
              <a:t>Для работы с динамическим SQL  до версии </a:t>
            </a:r>
            <a:r>
              <a:rPr lang="ru-RU" dirty="0">
                <a:latin typeface="Microsoft Sans Serif"/>
                <a:ea typeface="+mn-lt"/>
                <a:cs typeface="+mn-lt"/>
              </a:rPr>
              <a:t>Oracle8i </a:t>
            </a:r>
            <a:r>
              <a:rPr lang="ru-RU" dirty="0">
                <a:latin typeface="Microsoft Sans Serif"/>
                <a:ea typeface="Microsoft Sans Serif"/>
                <a:cs typeface="Microsoft Sans Serif"/>
              </a:rPr>
              <a:t>существовал только пакет DBMS_SQL , затем был введен пакет NDS </a:t>
            </a:r>
            <a:r>
              <a:rPr lang="ru-RU" dirty="0">
                <a:latin typeface="Microsoft Sans Serif"/>
                <a:ea typeface="+mn-lt"/>
                <a:cs typeface="+mn-lt"/>
              </a:rPr>
              <a:t>— встроенный динамический SQL (</a:t>
            </a:r>
            <a:r>
              <a:rPr lang="ru-RU" b="1" dirty="0" err="1">
                <a:latin typeface="Microsoft Sans Serif"/>
                <a:ea typeface="+mn-lt"/>
                <a:cs typeface="+mn-lt"/>
              </a:rPr>
              <a:t>Native</a:t>
            </a:r>
            <a:r>
              <a:rPr lang="ru-RU" b="1" dirty="0">
                <a:latin typeface="Microsoft Sans Serif"/>
                <a:ea typeface="+mn-lt"/>
                <a:cs typeface="+mn-lt"/>
              </a:rPr>
              <a:t> Dynamic SQL</a:t>
            </a:r>
            <a:r>
              <a:rPr lang="ru-RU" dirty="0">
                <a:latin typeface="Microsoft Sans Serif"/>
                <a:ea typeface="+mn-lt"/>
                <a:cs typeface="+mn-lt"/>
              </a:rPr>
              <a:t>, </a:t>
            </a:r>
            <a:r>
              <a:rPr lang="ru-RU" b="1" dirty="0">
                <a:latin typeface="Microsoft Sans Serif"/>
                <a:ea typeface="+mn-lt"/>
                <a:cs typeface="+mn-lt"/>
              </a:rPr>
              <a:t>NDS</a:t>
            </a:r>
            <a:r>
              <a:rPr lang="ru-RU" dirty="0">
                <a:latin typeface="Microsoft Sans Serif"/>
                <a:ea typeface="+mn-lt"/>
                <a:cs typeface="+mn-lt"/>
              </a:rPr>
              <a:t>). Он превосходит предшественника во многих аспектах, однако DBMS_SQL не стал от этого менее востребованным.</a:t>
            </a:r>
            <a:endParaRPr lang="ru-RU" dirty="0">
              <a:latin typeface="Microsoft Sans Serif"/>
            </a:endParaRPr>
          </a:p>
        </p:txBody>
      </p:sp>
    </p:spTree>
    <p:extLst>
      <p:ext uri="{BB962C8B-B14F-4D97-AF65-F5344CB8AC3E}">
        <p14:creationId xmlns:p14="http://schemas.microsoft.com/office/powerpoint/2010/main" val="32720684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C17DE74-01C9-4859-B65A-85CF999E85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68C0432-0E90-4CC1-8CD3-D44A90DF07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347414"/>
          </a:xfrm>
          <a:custGeom>
            <a:avLst/>
            <a:gdLst>
              <a:gd name="connsiteX0" fmla="*/ 0 w 12192000"/>
              <a:gd name="connsiteY0" fmla="*/ 0 h 2347414"/>
              <a:gd name="connsiteX1" fmla="*/ 12192000 w 12192000"/>
              <a:gd name="connsiteY1" fmla="*/ 0 h 2347414"/>
              <a:gd name="connsiteX2" fmla="*/ 12192000 w 12192000"/>
              <a:gd name="connsiteY2" fmla="*/ 1736458 h 2347414"/>
              <a:gd name="connsiteX3" fmla="*/ 11967601 w 12192000"/>
              <a:gd name="connsiteY3" fmla="*/ 1784034 h 2347414"/>
              <a:gd name="connsiteX4" fmla="*/ 10829000 w 12192000"/>
              <a:gd name="connsiteY4" fmla="*/ 1983294 h 2347414"/>
              <a:gd name="connsiteX5" fmla="*/ 10743779 w 12192000"/>
              <a:gd name="connsiteY5" fmla="*/ 1996027 h 2347414"/>
              <a:gd name="connsiteX6" fmla="*/ 10829254 w 12192000"/>
              <a:gd name="connsiteY6" fmla="*/ 1987751 h 2347414"/>
              <a:gd name="connsiteX7" fmla="*/ 10847162 w 12192000"/>
              <a:gd name="connsiteY7" fmla="*/ 1988388 h 2347414"/>
              <a:gd name="connsiteX8" fmla="*/ 11575155 w 12192000"/>
              <a:gd name="connsiteY8" fmla="*/ 1921415 h 2347414"/>
              <a:gd name="connsiteX9" fmla="*/ 12192000 w 12192000"/>
              <a:gd name="connsiteY9" fmla="*/ 1851213 h 2347414"/>
              <a:gd name="connsiteX10" fmla="*/ 12192000 w 12192000"/>
              <a:gd name="connsiteY10" fmla="*/ 1907356 h 2347414"/>
              <a:gd name="connsiteX11" fmla="*/ 12035532 w 12192000"/>
              <a:gd name="connsiteY11" fmla="*/ 1927033 h 2347414"/>
              <a:gd name="connsiteX12" fmla="*/ 11576932 w 12192000"/>
              <a:gd name="connsiteY12" fmla="*/ 1976291 h 2347414"/>
              <a:gd name="connsiteX13" fmla="*/ 10627316 w 12192000"/>
              <a:gd name="connsiteY13" fmla="*/ 2061470 h 2347414"/>
              <a:gd name="connsiteX14" fmla="*/ 9804196 w 12192000"/>
              <a:gd name="connsiteY14" fmla="*/ 2123478 h 2347414"/>
              <a:gd name="connsiteX15" fmla="*/ 9243851 w 12192000"/>
              <a:gd name="connsiteY15" fmla="*/ 2180008 h 2347414"/>
              <a:gd name="connsiteX16" fmla="*/ 8731259 w 12192000"/>
              <a:gd name="connsiteY16" fmla="*/ 2225081 h 2347414"/>
              <a:gd name="connsiteX17" fmla="*/ 8065752 w 12192000"/>
              <a:gd name="connsiteY17" fmla="*/ 2271681 h 2347414"/>
              <a:gd name="connsiteX18" fmla="*/ 7658065 w 12192000"/>
              <a:gd name="connsiteY18" fmla="*/ 2292562 h 2347414"/>
              <a:gd name="connsiteX19" fmla="*/ 6531024 w 12192000"/>
              <a:gd name="connsiteY19" fmla="*/ 2324138 h 2347414"/>
              <a:gd name="connsiteX20" fmla="*/ 6178331 w 12192000"/>
              <a:gd name="connsiteY20" fmla="*/ 2345655 h 2347414"/>
              <a:gd name="connsiteX21" fmla="*/ 5977282 w 12192000"/>
              <a:gd name="connsiteY21" fmla="*/ 2344127 h 2347414"/>
              <a:gd name="connsiteX22" fmla="*/ 5367658 w 12192000"/>
              <a:gd name="connsiteY22" fmla="*/ 2329230 h 2347414"/>
              <a:gd name="connsiteX23" fmla="*/ 4387306 w 12192000"/>
              <a:gd name="connsiteY23" fmla="*/ 2288614 h 2347414"/>
              <a:gd name="connsiteX24" fmla="*/ 4180287 w 12192000"/>
              <a:gd name="connsiteY24" fmla="*/ 2280211 h 2347414"/>
              <a:gd name="connsiteX25" fmla="*/ 3842199 w 12192000"/>
              <a:gd name="connsiteY25" fmla="*/ 2257039 h 2347414"/>
              <a:gd name="connsiteX26" fmla="*/ 3730309 w 12192000"/>
              <a:gd name="connsiteY26" fmla="*/ 2251182 h 2347414"/>
              <a:gd name="connsiteX27" fmla="*/ 3425496 w 12192000"/>
              <a:gd name="connsiteY27" fmla="*/ 2231320 h 2347414"/>
              <a:gd name="connsiteX28" fmla="*/ 3076106 w 12192000"/>
              <a:gd name="connsiteY28" fmla="*/ 2201781 h 2347414"/>
              <a:gd name="connsiteX29" fmla="*/ 2819682 w 12192000"/>
              <a:gd name="connsiteY29" fmla="*/ 2182427 h 2347414"/>
              <a:gd name="connsiteX30" fmla="*/ 2525539 w 12192000"/>
              <a:gd name="connsiteY30" fmla="*/ 2152888 h 2347414"/>
              <a:gd name="connsiteX31" fmla="*/ 2311915 w 12192000"/>
              <a:gd name="connsiteY31" fmla="*/ 2133536 h 2347414"/>
              <a:gd name="connsiteX32" fmla="*/ 2054223 w 12192000"/>
              <a:gd name="connsiteY32" fmla="*/ 2104760 h 2347414"/>
              <a:gd name="connsiteX33" fmla="*/ 1865367 w 12192000"/>
              <a:gd name="connsiteY33" fmla="*/ 2084770 h 2347414"/>
              <a:gd name="connsiteX34" fmla="*/ 1629263 w 12192000"/>
              <a:gd name="connsiteY34" fmla="*/ 2055996 h 2347414"/>
              <a:gd name="connsiteX35" fmla="*/ 1458823 w 12192000"/>
              <a:gd name="connsiteY35" fmla="*/ 2035751 h 2347414"/>
              <a:gd name="connsiteX36" fmla="*/ 1241390 w 12192000"/>
              <a:gd name="connsiteY36" fmla="*/ 2007103 h 2347414"/>
              <a:gd name="connsiteX37" fmla="*/ 1047453 w 12192000"/>
              <a:gd name="connsiteY37" fmla="*/ 1980748 h 2347414"/>
              <a:gd name="connsiteX38" fmla="*/ 814907 w 12192000"/>
              <a:gd name="connsiteY38" fmla="*/ 1949045 h 2347414"/>
              <a:gd name="connsiteX39" fmla="*/ 592649 w 12192000"/>
              <a:gd name="connsiteY39" fmla="*/ 1913776 h 2347414"/>
              <a:gd name="connsiteX40" fmla="*/ 343591 w 12192000"/>
              <a:gd name="connsiteY40" fmla="*/ 1872650 h 2347414"/>
              <a:gd name="connsiteX41" fmla="*/ 35731 w 12192000"/>
              <a:gd name="connsiteY41" fmla="*/ 1821722 h 2347414"/>
              <a:gd name="connsiteX42" fmla="*/ 0 w 12192000"/>
              <a:gd name="connsiteY42" fmla="*/ 1814848 h 2347414"/>
              <a:gd name="connsiteX43" fmla="*/ 0 w 12192000"/>
              <a:gd name="connsiteY43" fmla="*/ 1758489 h 2347414"/>
              <a:gd name="connsiteX44" fmla="*/ 274248 w 12192000"/>
              <a:gd name="connsiteY44" fmla="*/ 1808735 h 2347414"/>
              <a:gd name="connsiteX45" fmla="*/ 498157 w 12192000"/>
              <a:gd name="connsiteY45" fmla="*/ 1846167 h 2347414"/>
              <a:gd name="connsiteX46" fmla="*/ 722828 w 12192000"/>
              <a:gd name="connsiteY46" fmla="*/ 1878635 h 2347414"/>
              <a:gd name="connsiteX47" fmla="*/ 949913 w 12192000"/>
              <a:gd name="connsiteY47" fmla="*/ 1912375 h 2347414"/>
              <a:gd name="connsiteX48" fmla="*/ 1195414 w 12192000"/>
              <a:gd name="connsiteY48" fmla="*/ 1947516 h 2347414"/>
              <a:gd name="connsiteX49" fmla="*/ 1342867 w 12192000"/>
              <a:gd name="connsiteY49" fmla="*/ 1968397 h 2347414"/>
              <a:gd name="connsiteX50" fmla="*/ 1518007 w 12192000"/>
              <a:gd name="connsiteY50" fmla="*/ 1988006 h 2347414"/>
              <a:gd name="connsiteX51" fmla="*/ 1701403 w 12192000"/>
              <a:gd name="connsiteY51" fmla="*/ 2010669 h 2347414"/>
              <a:gd name="connsiteX52" fmla="*/ 1879210 w 12192000"/>
              <a:gd name="connsiteY52" fmla="*/ 2031167 h 2347414"/>
              <a:gd name="connsiteX53" fmla="*/ 2068702 w 12192000"/>
              <a:gd name="connsiteY53" fmla="*/ 2052940 h 2347414"/>
              <a:gd name="connsiteX54" fmla="*/ 2212090 w 12192000"/>
              <a:gd name="connsiteY54" fmla="*/ 2067583 h 2347414"/>
              <a:gd name="connsiteX55" fmla="*/ 2416949 w 12192000"/>
              <a:gd name="connsiteY55" fmla="*/ 2089609 h 2347414"/>
              <a:gd name="connsiteX56" fmla="*/ 2582055 w 12192000"/>
              <a:gd name="connsiteY56" fmla="*/ 2105397 h 2347414"/>
              <a:gd name="connsiteX57" fmla="*/ 2802282 w 12192000"/>
              <a:gd name="connsiteY57" fmla="*/ 2126405 h 2347414"/>
              <a:gd name="connsiteX58" fmla="*/ 2984916 w 12192000"/>
              <a:gd name="connsiteY58" fmla="*/ 2141684 h 2347414"/>
              <a:gd name="connsiteX59" fmla="*/ 3241847 w 12192000"/>
              <a:gd name="connsiteY59" fmla="*/ 2164094 h 2347414"/>
              <a:gd name="connsiteX60" fmla="*/ 3439848 w 12192000"/>
              <a:gd name="connsiteY60" fmla="*/ 2176826 h 2347414"/>
              <a:gd name="connsiteX61" fmla="*/ 3658678 w 12192000"/>
              <a:gd name="connsiteY61" fmla="*/ 2194523 h 2347414"/>
              <a:gd name="connsiteX62" fmla="*/ 3881317 w 12192000"/>
              <a:gd name="connsiteY62" fmla="*/ 2206491 h 2347414"/>
              <a:gd name="connsiteX63" fmla="*/ 4148916 w 12192000"/>
              <a:gd name="connsiteY63" fmla="*/ 2225081 h 2347414"/>
              <a:gd name="connsiteX64" fmla="*/ 4468337 w 12192000"/>
              <a:gd name="connsiteY64" fmla="*/ 2237813 h 2347414"/>
              <a:gd name="connsiteX65" fmla="*/ 4605375 w 12192000"/>
              <a:gd name="connsiteY65" fmla="*/ 2240232 h 2347414"/>
              <a:gd name="connsiteX66" fmla="*/ 4527647 w 12192000"/>
              <a:gd name="connsiteY66" fmla="*/ 2236412 h 2347414"/>
              <a:gd name="connsiteX67" fmla="*/ 4175589 w 12192000"/>
              <a:gd name="connsiteY67" fmla="*/ 2212985 h 2347414"/>
              <a:gd name="connsiteX68" fmla="*/ 3988255 w 12192000"/>
              <a:gd name="connsiteY68" fmla="*/ 2200253 h 2347414"/>
              <a:gd name="connsiteX69" fmla="*/ 3686492 w 12192000"/>
              <a:gd name="connsiteY69" fmla="*/ 2176062 h 2347414"/>
              <a:gd name="connsiteX70" fmla="*/ 3517320 w 12192000"/>
              <a:gd name="connsiteY70" fmla="*/ 2163330 h 2347414"/>
              <a:gd name="connsiteX71" fmla="*/ 3258357 w 12192000"/>
              <a:gd name="connsiteY71" fmla="*/ 2139519 h 2347414"/>
              <a:gd name="connsiteX72" fmla="*/ 3101506 w 12192000"/>
              <a:gd name="connsiteY72" fmla="*/ 2126787 h 2347414"/>
              <a:gd name="connsiteX73" fmla="*/ 2809395 w 12192000"/>
              <a:gd name="connsiteY73" fmla="*/ 2097502 h 2347414"/>
              <a:gd name="connsiteX74" fmla="*/ 2598566 w 12192000"/>
              <a:gd name="connsiteY74" fmla="*/ 2078532 h 2347414"/>
              <a:gd name="connsiteX75" fmla="*/ 2337444 w 12192000"/>
              <a:gd name="connsiteY75" fmla="*/ 2048611 h 2347414"/>
              <a:gd name="connsiteX76" fmla="*/ 2091054 w 12192000"/>
              <a:gd name="connsiteY76" fmla="*/ 2023146 h 2347414"/>
              <a:gd name="connsiteX77" fmla="*/ 1755761 w 12192000"/>
              <a:gd name="connsiteY77" fmla="*/ 1981384 h 2347414"/>
              <a:gd name="connsiteX78" fmla="*/ 1441169 w 12192000"/>
              <a:gd name="connsiteY78" fmla="*/ 1943824 h 2347414"/>
              <a:gd name="connsiteX79" fmla="*/ 1017607 w 12192000"/>
              <a:gd name="connsiteY79" fmla="*/ 1883345 h 2347414"/>
              <a:gd name="connsiteX80" fmla="*/ 594427 w 12192000"/>
              <a:gd name="connsiteY80" fmla="*/ 1821849 h 2347414"/>
              <a:gd name="connsiteX81" fmla="*/ 200711 w 12192000"/>
              <a:gd name="connsiteY81" fmla="*/ 1755132 h 2347414"/>
              <a:gd name="connsiteX82" fmla="*/ 0 w 12192000"/>
              <a:gd name="connsiteY82" fmla="*/ 1718743 h 2347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12192000" h="2347414">
                <a:moveTo>
                  <a:pt x="0" y="0"/>
                </a:moveTo>
                <a:lnTo>
                  <a:pt x="12192000" y="0"/>
                </a:lnTo>
                <a:lnTo>
                  <a:pt x="12192000" y="1736458"/>
                </a:lnTo>
                <a:lnTo>
                  <a:pt x="11967601" y="1784034"/>
                </a:lnTo>
                <a:cubicBezTo>
                  <a:pt x="11589888" y="1859409"/>
                  <a:pt x="11209762" y="1923961"/>
                  <a:pt x="10829000" y="1983294"/>
                </a:cubicBezTo>
                <a:lnTo>
                  <a:pt x="10743779" y="1996027"/>
                </a:lnTo>
                <a:cubicBezTo>
                  <a:pt x="10772495" y="1996778"/>
                  <a:pt x="10801211" y="1993989"/>
                  <a:pt x="10829254" y="1987751"/>
                </a:cubicBezTo>
                <a:cubicBezTo>
                  <a:pt x="10835198" y="1988337"/>
                  <a:pt x="10841180" y="1988553"/>
                  <a:pt x="10847162" y="1988388"/>
                </a:cubicBezTo>
                <a:cubicBezTo>
                  <a:pt x="11090123" y="1968907"/>
                  <a:pt x="11332703" y="1945734"/>
                  <a:pt x="11575155" y="1921415"/>
                </a:cubicBezTo>
                <a:lnTo>
                  <a:pt x="12192000" y="1851213"/>
                </a:lnTo>
                <a:lnTo>
                  <a:pt x="12192000" y="1907356"/>
                </a:lnTo>
                <a:lnTo>
                  <a:pt x="12035532" y="1927033"/>
                </a:lnTo>
                <a:cubicBezTo>
                  <a:pt x="11882793" y="1944747"/>
                  <a:pt x="11729910" y="1961077"/>
                  <a:pt x="11576932" y="1976291"/>
                </a:cubicBezTo>
                <a:cubicBezTo>
                  <a:pt x="11260690" y="2008122"/>
                  <a:pt x="10944193" y="2037279"/>
                  <a:pt x="10627316" y="2061470"/>
                </a:cubicBezTo>
                <a:cubicBezTo>
                  <a:pt x="10352985" y="2082351"/>
                  <a:pt x="10078401" y="2100431"/>
                  <a:pt x="9804196" y="2123478"/>
                </a:cubicBezTo>
                <a:cubicBezTo>
                  <a:pt x="9617118" y="2139137"/>
                  <a:pt x="9430675" y="2161674"/>
                  <a:pt x="9243851" y="2180008"/>
                </a:cubicBezTo>
                <a:cubicBezTo>
                  <a:pt x="9073157" y="2196433"/>
                  <a:pt x="8902207" y="2211966"/>
                  <a:pt x="8731259" y="2225081"/>
                </a:cubicBezTo>
                <a:cubicBezTo>
                  <a:pt x="8509507" y="2242054"/>
                  <a:pt x="8287667" y="2257586"/>
                  <a:pt x="8065752" y="2271681"/>
                </a:cubicBezTo>
                <a:cubicBezTo>
                  <a:pt x="7929984" y="2280466"/>
                  <a:pt x="7793961" y="2285814"/>
                  <a:pt x="7658065" y="2292562"/>
                </a:cubicBezTo>
                <a:cubicBezTo>
                  <a:pt x="7282640" y="2311661"/>
                  <a:pt x="6906704" y="2314208"/>
                  <a:pt x="6531024" y="2324138"/>
                </a:cubicBezTo>
                <a:cubicBezTo>
                  <a:pt x="6413417" y="2327322"/>
                  <a:pt x="6295937" y="2338399"/>
                  <a:pt x="6178331" y="2345655"/>
                </a:cubicBezTo>
                <a:cubicBezTo>
                  <a:pt x="6111271" y="2349730"/>
                  <a:pt x="6044342" y="2345655"/>
                  <a:pt x="5977282" y="2344127"/>
                </a:cubicBezTo>
                <a:cubicBezTo>
                  <a:pt x="5774073" y="2338908"/>
                  <a:pt x="5570866" y="2334960"/>
                  <a:pt x="5367658" y="2329230"/>
                </a:cubicBezTo>
                <a:cubicBezTo>
                  <a:pt x="5040746" y="2319809"/>
                  <a:pt x="4713963" y="2306274"/>
                  <a:pt x="4387306" y="2288614"/>
                </a:cubicBezTo>
                <a:cubicBezTo>
                  <a:pt x="4318342" y="2284796"/>
                  <a:pt x="4249253" y="2284286"/>
                  <a:pt x="4180287" y="2280211"/>
                </a:cubicBezTo>
                <a:cubicBezTo>
                  <a:pt x="4067634" y="2273463"/>
                  <a:pt x="3954980" y="2265060"/>
                  <a:pt x="3842199" y="2257039"/>
                </a:cubicBezTo>
                <a:cubicBezTo>
                  <a:pt x="3804988" y="2254492"/>
                  <a:pt x="3767648" y="2254620"/>
                  <a:pt x="3730309" y="2251182"/>
                </a:cubicBezTo>
                <a:cubicBezTo>
                  <a:pt x="3628704" y="2242142"/>
                  <a:pt x="3527101" y="2238449"/>
                  <a:pt x="3425496" y="2231320"/>
                </a:cubicBezTo>
                <a:cubicBezTo>
                  <a:pt x="3308906" y="2222534"/>
                  <a:pt x="3192569" y="2211330"/>
                  <a:pt x="3076106" y="2201781"/>
                </a:cubicBezTo>
                <a:cubicBezTo>
                  <a:pt x="2990757" y="2194905"/>
                  <a:pt x="2905157" y="2190067"/>
                  <a:pt x="2819682" y="2182427"/>
                </a:cubicBezTo>
                <a:cubicBezTo>
                  <a:pt x="2721507" y="2173515"/>
                  <a:pt x="2623586" y="2162311"/>
                  <a:pt x="2525539" y="2152888"/>
                </a:cubicBezTo>
                <a:cubicBezTo>
                  <a:pt x="2454289" y="2145886"/>
                  <a:pt x="2383038" y="2140920"/>
                  <a:pt x="2311915" y="2133536"/>
                </a:cubicBezTo>
                <a:cubicBezTo>
                  <a:pt x="2225933" y="2124749"/>
                  <a:pt x="2140204" y="2114182"/>
                  <a:pt x="2054223" y="2104760"/>
                </a:cubicBezTo>
                <a:cubicBezTo>
                  <a:pt x="1990719" y="2097758"/>
                  <a:pt x="1928233" y="2092028"/>
                  <a:pt x="1865367" y="2084770"/>
                </a:cubicBezTo>
                <a:cubicBezTo>
                  <a:pt x="1786622" y="2075603"/>
                  <a:pt x="1708006" y="2065545"/>
                  <a:pt x="1629263" y="2055996"/>
                </a:cubicBezTo>
                <a:cubicBezTo>
                  <a:pt x="1572492" y="2049120"/>
                  <a:pt x="1515595" y="2043264"/>
                  <a:pt x="1458823" y="2035751"/>
                </a:cubicBezTo>
                <a:cubicBezTo>
                  <a:pt x="1386303" y="2026585"/>
                  <a:pt x="1313784" y="2016780"/>
                  <a:pt x="1241390" y="2007103"/>
                </a:cubicBezTo>
                <a:lnTo>
                  <a:pt x="1047453" y="1980748"/>
                </a:lnTo>
                <a:cubicBezTo>
                  <a:pt x="969980" y="1970180"/>
                  <a:pt x="892254" y="1960377"/>
                  <a:pt x="814907" y="1949045"/>
                </a:cubicBezTo>
                <a:cubicBezTo>
                  <a:pt x="740609" y="1938094"/>
                  <a:pt x="666692" y="1925744"/>
                  <a:pt x="592649" y="1913776"/>
                </a:cubicBezTo>
                <a:cubicBezTo>
                  <a:pt x="509587" y="1900280"/>
                  <a:pt x="426653" y="1886274"/>
                  <a:pt x="343591" y="1872650"/>
                </a:cubicBezTo>
                <a:cubicBezTo>
                  <a:pt x="240972" y="1855716"/>
                  <a:pt x="138225" y="1839673"/>
                  <a:pt x="35731" y="1821722"/>
                </a:cubicBezTo>
                <a:lnTo>
                  <a:pt x="0" y="1814848"/>
                </a:lnTo>
                <a:lnTo>
                  <a:pt x="0" y="1758489"/>
                </a:lnTo>
                <a:lnTo>
                  <a:pt x="274248" y="1808735"/>
                </a:lnTo>
                <a:cubicBezTo>
                  <a:pt x="348926" y="1821467"/>
                  <a:pt x="423604" y="1832798"/>
                  <a:pt x="498157" y="1846167"/>
                </a:cubicBezTo>
                <a:cubicBezTo>
                  <a:pt x="572708" y="1859536"/>
                  <a:pt x="647896" y="1867813"/>
                  <a:pt x="722828" y="1878635"/>
                </a:cubicBezTo>
                <a:cubicBezTo>
                  <a:pt x="797762" y="1889457"/>
                  <a:pt x="874219" y="1901426"/>
                  <a:pt x="949913" y="1912375"/>
                </a:cubicBezTo>
                <a:cubicBezTo>
                  <a:pt x="1031704" y="1924343"/>
                  <a:pt x="1113496" y="1935802"/>
                  <a:pt x="1195414" y="1947516"/>
                </a:cubicBezTo>
                <a:cubicBezTo>
                  <a:pt x="1244566" y="1954519"/>
                  <a:pt x="1293589" y="1962285"/>
                  <a:pt x="1342867" y="1968397"/>
                </a:cubicBezTo>
                <a:cubicBezTo>
                  <a:pt x="1401162" y="1975656"/>
                  <a:pt x="1459712" y="1981130"/>
                  <a:pt x="1518007" y="1988006"/>
                </a:cubicBezTo>
                <a:cubicBezTo>
                  <a:pt x="1579224" y="1995263"/>
                  <a:pt x="1640186" y="2003411"/>
                  <a:pt x="1701403" y="2010669"/>
                </a:cubicBezTo>
                <a:cubicBezTo>
                  <a:pt x="1762618" y="2017926"/>
                  <a:pt x="1820279" y="2024292"/>
                  <a:pt x="1879210" y="2031167"/>
                </a:cubicBezTo>
                <a:cubicBezTo>
                  <a:pt x="1942712" y="2038425"/>
                  <a:pt x="2006214" y="2046064"/>
                  <a:pt x="2068702" y="2052940"/>
                </a:cubicBezTo>
                <a:cubicBezTo>
                  <a:pt x="2116455" y="2058160"/>
                  <a:pt x="2164335" y="2062362"/>
                  <a:pt x="2212090" y="2067583"/>
                </a:cubicBezTo>
                <a:cubicBezTo>
                  <a:pt x="2280419" y="2074967"/>
                  <a:pt x="2348493" y="2085152"/>
                  <a:pt x="2416949" y="2089609"/>
                </a:cubicBezTo>
                <a:cubicBezTo>
                  <a:pt x="2472070" y="2093302"/>
                  <a:pt x="2526936" y="2099540"/>
                  <a:pt x="2582055" y="2105397"/>
                </a:cubicBezTo>
                <a:cubicBezTo>
                  <a:pt x="2655337" y="2113291"/>
                  <a:pt x="2729001" y="2119785"/>
                  <a:pt x="2802282" y="2126405"/>
                </a:cubicBezTo>
                <a:cubicBezTo>
                  <a:pt x="2862991" y="2131753"/>
                  <a:pt x="2924207" y="2136337"/>
                  <a:pt x="2984916" y="2141684"/>
                </a:cubicBezTo>
                <a:cubicBezTo>
                  <a:pt x="3070516" y="2149324"/>
                  <a:pt x="3156373" y="2152888"/>
                  <a:pt x="3241847" y="2164094"/>
                </a:cubicBezTo>
                <a:cubicBezTo>
                  <a:pt x="3307255" y="2172624"/>
                  <a:pt x="3374060" y="2169822"/>
                  <a:pt x="3439848" y="2176826"/>
                </a:cubicBezTo>
                <a:cubicBezTo>
                  <a:pt x="3512622" y="2184592"/>
                  <a:pt x="3585777" y="2186247"/>
                  <a:pt x="3658678" y="2194523"/>
                </a:cubicBezTo>
                <a:cubicBezTo>
                  <a:pt x="3731578" y="2202800"/>
                  <a:pt x="3807019" y="2201781"/>
                  <a:pt x="3881317" y="2206491"/>
                </a:cubicBezTo>
                <a:cubicBezTo>
                  <a:pt x="3970222" y="2212094"/>
                  <a:pt x="4059124" y="2223552"/>
                  <a:pt x="4148916" y="2225081"/>
                </a:cubicBezTo>
                <a:cubicBezTo>
                  <a:pt x="4255600" y="2226736"/>
                  <a:pt x="4361779" y="2236539"/>
                  <a:pt x="4468337" y="2237813"/>
                </a:cubicBezTo>
                <a:cubicBezTo>
                  <a:pt x="4511390" y="2238577"/>
                  <a:pt x="4554190" y="2246852"/>
                  <a:pt x="4605375" y="2240232"/>
                </a:cubicBezTo>
                <a:cubicBezTo>
                  <a:pt x="4574131" y="2238704"/>
                  <a:pt x="4550762" y="2237940"/>
                  <a:pt x="4527647" y="2236412"/>
                </a:cubicBezTo>
                <a:cubicBezTo>
                  <a:pt x="4410293" y="2228773"/>
                  <a:pt x="4292942" y="2220751"/>
                  <a:pt x="4175589" y="2212985"/>
                </a:cubicBezTo>
                <a:cubicBezTo>
                  <a:pt x="4113101" y="2208783"/>
                  <a:pt x="4050615" y="2205219"/>
                  <a:pt x="3988255" y="2200253"/>
                </a:cubicBezTo>
                <a:cubicBezTo>
                  <a:pt x="3887668" y="2192487"/>
                  <a:pt x="3787079" y="2184082"/>
                  <a:pt x="3686492" y="2176062"/>
                </a:cubicBezTo>
                <a:cubicBezTo>
                  <a:pt x="3630102" y="2171605"/>
                  <a:pt x="3573711" y="2168040"/>
                  <a:pt x="3517320" y="2163330"/>
                </a:cubicBezTo>
                <a:cubicBezTo>
                  <a:pt x="3430958" y="2155689"/>
                  <a:pt x="3344721" y="2147159"/>
                  <a:pt x="3258357" y="2139519"/>
                </a:cubicBezTo>
                <a:cubicBezTo>
                  <a:pt x="3206031" y="2134809"/>
                  <a:pt x="3153705" y="2131371"/>
                  <a:pt x="3101506" y="2126787"/>
                </a:cubicBezTo>
                <a:cubicBezTo>
                  <a:pt x="3004220" y="2117365"/>
                  <a:pt x="2907061" y="2106798"/>
                  <a:pt x="2809395" y="2097502"/>
                </a:cubicBezTo>
                <a:cubicBezTo>
                  <a:pt x="2739161" y="2090628"/>
                  <a:pt x="2668673" y="2085916"/>
                  <a:pt x="2598566" y="2078532"/>
                </a:cubicBezTo>
                <a:cubicBezTo>
                  <a:pt x="2511441" y="2069365"/>
                  <a:pt x="2424569" y="2058160"/>
                  <a:pt x="2337444" y="2048611"/>
                </a:cubicBezTo>
                <a:cubicBezTo>
                  <a:pt x="2255399" y="2039699"/>
                  <a:pt x="2173099" y="2032950"/>
                  <a:pt x="2091054" y="2023146"/>
                </a:cubicBezTo>
                <a:cubicBezTo>
                  <a:pt x="1979162" y="2010414"/>
                  <a:pt x="1867524" y="1995008"/>
                  <a:pt x="1755761" y="1981384"/>
                </a:cubicBezTo>
                <a:cubicBezTo>
                  <a:pt x="1650982" y="1968652"/>
                  <a:pt x="1545821" y="1957830"/>
                  <a:pt x="1441169" y="1943824"/>
                </a:cubicBezTo>
                <a:cubicBezTo>
                  <a:pt x="1299813" y="1924980"/>
                  <a:pt x="1158837" y="1903718"/>
                  <a:pt x="1017607" y="1883345"/>
                </a:cubicBezTo>
                <a:cubicBezTo>
                  <a:pt x="876378" y="1862974"/>
                  <a:pt x="735402" y="1844003"/>
                  <a:pt x="594427" y="1821849"/>
                </a:cubicBezTo>
                <a:cubicBezTo>
                  <a:pt x="462850" y="1801222"/>
                  <a:pt x="331526" y="1778304"/>
                  <a:pt x="200711" y="1755132"/>
                </a:cubicBezTo>
                <a:lnTo>
                  <a:pt x="0" y="1718743"/>
                </a:lnTo>
                <a:close/>
              </a:path>
            </a:pathLst>
          </a:custGeom>
          <a:solidFill>
            <a:srgbClr val="CC2BE5"/>
          </a:solidFill>
          <a:ln w="819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1E6B75-921E-4651-BC4E-680E6473C2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01221"/>
            <a:ext cx="10515600" cy="1348065"/>
          </a:xfrm>
        </p:spPr>
        <p:txBody>
          <a:bodyPr>
            <a:normAutofit/>
          </a:bodyPr>
          <a:lstStyle/>
          <a:p>
            <a:r>
              <a:rPr lang="ru-RU" sz="6800">
                <a:solidFill>
                  <a:schemeClr val="bg1"/>
                </a:solidFill>
                <a:latin typeface="Microsoft Sans Serif"/>
                <a:ea typeface="Microsoft Sans Serif"/>
                <a:cs typeface="Microsoft Sans Serif"/>
              </a:rPr>
              <a:t>Команды NDS в PL/SQL</a:t>
            </a:r>
          </a:p>
          <a:p>
            <a:endParaRPr lang="ru-RU" sz="6800">
              <a:solidFill>
                <a:schemeClr val="bg1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688DC63-4094-4752-A80E-ABC92FC004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86789"/>
            <a:ext cx="10515600" cy="3590174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ru-RU" sz="2600"/>
              <a:t>Основным достоинством </a:t>
            </a:r>
            <a:r>
              <a:rPr lang="ru-RU" sz="2600">
                <a:latin typeface="Microsoft Sans Serif"/>
                <a:ea typeface="Microsoft Sans Serif"/>
                <a:cs typeface="Microsoft Sans Serif"/>
              </a:rPr>
              <a:t>NDS является его простота в сравнении с DBMS в котором необходимо знать множество программ и правил их пользования, в то время как NDS ограничивается лишь одной новой командой:</a:t>
            </a:r>
            <a:endParaRPr lang="ru-RU" sz="2600"/>
          </a:p>
          <a:p>
            <a:r>
              <a:rPr lang="ru-RU" sz="2600">
                <a:latin typeface="Microsoft Sans Serif"/>
                <a:ea typeface="Microsoft Sans Serif"/>
                <a:cs typeface="Microsoft Sans Serif"/>
              </a:rPr>
              <a:t> EXECUTE IMMEDIATE</a:t>
            </a:r>
          </a:p>
          <a:p>
            <a:r>
              <a:rPr lang="ru-RU" sz="2600">
                <a:latin typeface="Microsoft Sans Serif"/>
                <a:ea typeface="Microsoft Sans Serif"/>
                <a:cs typeface="Microsoft Sans Serif"/>
              </a:rPr>
              <a:t>И расширением существующей команды OPEN FOR, позволяющей выполнять многострочные динамические запросы</a:t>
            </a:r>
          </a:p>
        </p:txBody>
      </p:sp>
    </p:spTree>
    <p:extLst>
      <p:ext uri="{BB962C8B-B14F-4D97-AF65-F5344CB8AC3E}">
        <p14:creationId xmlns:p14="http://schemas.microsoft.com/office/powerpoint/2010/main" val="13077770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02AD3DE-801E-4330-B435-FA1D8D2177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Синтаксис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4007C94-53CC-43EB-9F70-268EAEB6E2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ru-RU" dirty="0">
                <a:latin typeface="Consolas"/>
              </a:rPr>
              <a:t>EXECUTE IMMEDIATE '</a:t>
            </a:r>
            <a:r>
              <a:rPr lang="ru-RU" dirty="0" err="1">
                <a:latin typeface="Consolas"/>
              </a:rPr>
              <a:t>строка_SQL</a:t>
            </a:r>
            <a:r>
              <a:rPr lang="ru-RU" dirty="0">
                <a:latin typeface="Consolas"/>
              </a:rPr>
              <a:t>'
   [ [ BULK COLLECT] INTO {переменная[, переменная]... | запись}]
   [USING [IN | OUT | IN OUT] аргумент
      [, [IN | OUT | IN OUT] аргумент]...];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096298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2012C77-B35F-45C7-86FB-0F91CC1051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BAA97D7-F7BE-4627-A1DF-0B8841C69D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8943975" cy="3613785"/>
          </a:xfrm>
        </p:spPr>
        <p:txBody>
          <a:bodyPr vert="horz" lIns="91440" tIns="45720" rIns="91440" bIns="45720" rtlCol="0" anchor="t">
            <a:normAutofit fontScale="62500" lnSpcReduction="20000"/>
          </a:bodyPr>
          <a:lstStyle/>
          <a:p>
            <a:r>
              <a:rPr lang="ru-RU" dirty="0" err="1">
                <a:latin typeface="Microsoft Sans Serif"/>
                <a:ea typeface="+mn-lt"/>
                <a:cs typeface="+mn-lt"/>
              </a:rPr>
              <a:t>declare</a:t>
            </a:r>
            <a:endParaRPr lang="ru-RU" dirty="0" err="1">
              <a:latin typeface="Microsoft Sans Serif"/>
              <a:ea typeface="Microsoft Sans Serif"/>
              <a:cs typeface="Microsoft Sans Serif"/>
            </a:endParaRPr>
          </a:p>
          <a:p>
            <a:r>
              <a:rPr lang="ru-RU" dirty="0" err="1">
                <a:latin typeface="Microsoft Sans Serif"/>
                <a:ea typeface="+mn-lt"/>
                <a:cs typeface="+mn-lt"/>
              </a:rPr>
              <a:t>tbl</a:t>
            </a:r>
            <a:r>
              <a:rPr lang="ru-RU" dirty="0">
                <a:latin typeface="Microsoft Sans Serif"/>
                <a:ea typeface="+mn-lt"/>
                <a:cs typeface="+mn-lt"/>
              </a:rPr>
              <a:t> varchar2(100) := '&amp;</a:t>
            </a:r>
            <a:r>
              <a:rPr lang="ru-RU" dirty="0" err="1">
                <a:latin typeface="Microsoft Sans Serif"/>
                <a:ea typeface="+mn-lt"/>
                <a:cs typeface="+mn-lt"/>
              </a:rPr>
              <a:t>tbl</a:t>
            </a:r>
            <a:r>
              <a:rPr lang="ru-RU" dirty="0">
                <a:latin typeface="Microsoft Sans Serif"/>
                <a:ea typeface="+mn-lt"/>
                <a:cs typeface="+mn-lt"/>
              </a:rPr>
              <a:t>'; //этой переменной мы присваиваем значение сами во время запуска блока </a:t>
            </a:r>
            <a:endParaRPr lang="ru-RU" dirty="0">
              <a:latin typeface="Microsoft Sans Serif"/>
              <a:ea typeface="Microsoft Sans Serif"/>
              <a:cs typeface="Microsoft Sans Serif"/>
            </a:endParaRPr>
          </a:p>
          <a:p>
            <a:r>
              <a:rPr lang="ru-RU" dirty="0" err="1">
                <a:latin typeface="Microsoft Sans Serif"/>
                <a:ea typeface="+mn-lt"/>
                <a:cs typeface="+mn-lt"/>
              </a:rPr>
              <a:t>begin</a:t>
            </a:r>
            <a:endParaRPr lang="ru-RU" dirty="0" err="1">
              <a:latin typeface="Microsoft Sans Serif"/>
              <a:ea typeface="Microsoft Sans Serif"/>
              <a:cs typeface="Microsoft Sans Serif"/>
            </a:endParaRPr>
          </a:p>
          <a:p>
            <a:r>
              <a:rPr lang="ru-RU" dirty="0" err="1">
                <a:latin typeface="Microsoft Sans Serif"/>
                <a:ea typeface="+mn-lt"/>
                <a:cs typeface="+mn-lt"/>
              </a:rPr>
              <a:t>execute</a:t>
            </a:r>
            <a:r>
              <a:rPr lang="ru-RU" dirty="0">
                <a:latin typeface="Microsoft Sans Serif"/>
                <a:ea typeface="+mn-lt"/>
                <a:cs typeface="+mn-lt"/>
              </a:rPr>
              <a:t> </a:t>
            </a:r>
            <a:r>
              <a:rPr lang="ru-RU" dirty="0" err="1">
                <a:latin typeface="Microsoft Sans Serif"/>
                <a:ea typeface="+mn-lt"/>
                <a:cs typeface="+mn-lt"/>
              </a:rPr>
              <a:t>immediate</a:t>
            </a:r>
            <a:r>
              <a:rPr lang="ru-RU" dirty="0">
                <a:latin typeface="Microsoft Sans Serif"/>
                <a:ea typeface="+mn-lt"/>
                <a:cs typeface="+mn-lt"/>
              </a:rPr>
              <a:t> '</a:t>
            </a:r>
            <a:r>
              <a:rPr lang="ru-RU" dirty="0" err="1">
                <a:latin typeface="Microsoft Sans Serif"/>
                <a:ea typeface="+mn-lt"/>
                <a:cs typeface="+mn-lt"/>
              </a:rPr>
              <a:t>create</a:t>
            </a:r>
            <a:r>
              <a:rPr lang="ru-RU" dirty="0">
                <a:latin typeface="Microsoft Sans Serif"/>
                <a:ea typeface="+mn-lt"/>
                <a:cs typeface="+mn-lt"/>
              </a:rPr>
              <a:t> </a:t>
            </a:r>
            <a:r>
              <a:rPr lang="ru-RU" dirty="0" err="1">
                <a:latin typeface="Microsoft Sans Serif"/>
                <a:ea typeface="+mn-lt"/>
                <a:cs typeface="+mn-lt"/>
              </a:rPr>
              <a:t>table</a:t>
            </a:r>
            <a:r>
              <a:rPr lang="ru-RU" dirty="0">
                <a:latin typeface="Microsoft Sans Serif"/>
                <a:ea typeface="+mn-lt"/>
                <a:cs typeface="+mn-lt"/>
              </a:rPr>
              <a:t> '|| </a:t>
            </a:r>
            <a:r>
              <a:rPr lang="ru-RU" dirty="0" err="1">
                <a:latin typeface="Microsoft Sans Serif"/>
                <a:ea typeface="+mn-lt"/>
                <a:cs typeface="+mn-lt"/>
              </a:rPr>
              <a:t>tbl</a:t>
            </a:r>
            <a:r>
              <a:rPr lang="ru-RU" dirty="0">
                <a:latin typeface="Microsoft Sans Serif"/>
                <a:ea typeface="+mn-lt"/>
                <a:cs typeface="+mn-lt"/>
              </a:rPr>
              <a:t> || '( </a:t>
            </a:r>
            <a:r>
              <a:rPr lang="ru-RU" dirty="0" err="1">
                <a:latin typeface="Microsoft Sans Serif"/>
                <a:ea typeface="+mn-lt"/>
                <a:cs typeface="+mn-lt"/>
              </a:rPr>
              <a:t>id</a:t>
            </a:r>
            <a:r>
              <a:rPr lang="ru-RU" dirty="0">
                <a:latin typeface="Microsoft Sans Serif"/>
                <a:ea typeface="+mn-lt"/>
                <a:cs typeface="+mn-lt"/>
              </a:rPr>
              <a:t> </a:t>
            </a:r>
            <a:r>
              <a:rPr lang="ru-RU" dirty="0" err="1">
                <a:latin typeface="Microsoft Sans Serif"/>
                <a:ea typeface="+mn-lt"/>
                <a:cs typeface="+mn-lt"/>
              </a:rPr>
              <a:t>int</a:t>
            </a:r>
            <a:r>
              <a:rPr lang="ru-RU" dirty="0">
                <a:latin typeface="Microsoft Sans Serif"/>
                <a:ea typeface="+mn-lt"/>
                <a:cs typeface="+mn-lt"/>
              </a:rPr>
              <a:t>, </a:t>
            </a:r>
            <a:r>
              <a:rPr lang="ru-RU" dirty="0" err="1">
                <a:latin typeface="Microsoft Sans Serif"/>
                <a:ea typeface="+mn-lt"/>
                <a:cs typeface="+mn-lt"/>
              </a:rPr>
              <a:t>fname</a:t>
            </a:r>
            <a:r>
              <a:rPr lang="ru-RU" dirty="0">
                <a:latin typeface="Microsoft Sans Serif"/>
                <a:ea typeface="+mn-lt"/>
                <a:cs typeface="+mn-lt"/>
              </a:rPr>
              <a:t> </a:t>
            </a:r>
            <a:r>
              <a:rPr lang="ru-RU" dirty="0" err="1">
                <a:latin typeface="Microsoft Sans Serif"/>
                <a:ea typeface="+mn-lt"/>
                <a:cs typeface="+mn-lt"/>
              </a:rPr>
              <a:t>varchar</a:t>
            </a:r>
            <a:r>
              <a:rPr lang="ru-RU" dirty="0">
                <a:latin typeface="Microsoft Sans Serif"/>
                <a:ea typeface="+mn-lt"/>
                <a:cs typeface="+mn-lt"/>
              </a:rPr>
              <a:t>(15))';// эта строчка совершает </a:t>
            </a:r>
            <a:r>
              <a:rPr lang="ru-RU" dirty="0" err="1">
                <a:latin typeface="Microsoft Sans Serif"/>
                <a:ea typeface="+mn-lt"/>
                <a:cs typeface="+mn-lt"/>
              </a:rPr>
              <a:t>sql</a:t>
            </a:r>
            <a:r>
              <a:rPr lang="ru-RU" dirty="0">
                <a:latin typeface="Microsoft Sans Serif"/>
                <a:ea typeface="+mn-lt"/>
                <a:cs typeface="+mn-lt"/>
              </a:rPr>
              <a:t> запрос(в нашем случае создает таблицу)</a:t>
            </a:r>
            <a:endParaRPr lang="ru-RU" dirty="0">
              <a:latin typeface="Microsoft Sans Serif"/>
              <a:ea typeface="Microsoft Sans Serif"/>
              <a:cs typeface="Microsoft Sans Serif"/>
            </a:endParaRPr>
          </a:p>
          <a:p>
            <a:r>
              <a:rPr lang="ru-RU">
                <a:latin typeface="Microsoft Sans Serif"/>
                <a:ea typeface="+mn-lt"/>
                <a:cs typeface="+mn-lt"/>
              </a:rPr>
              <a:t>end;</a:t>
            </a:r>
          </a:p>
          <a:p>
            <a:r>
              <a:rPr lang="ru-RU" dirty="0">
                <a:latin typeface="Microsoft Sans Serif"/>
              </a:rPr>
              <a:t>В данном примере мы создаем таблицу и вводим название которое нас удовлетворяет</a:t>
            </a:r>
          </a:p>
          <a:p>
            <a:r>
              <a:rPr lang="ru-RU" dirty="0">
                <a:ea typeface="+mn-lt"/>
                <a:cs typeface="+mn-lt"/>
              </a:rPr>
              <a:t>Данным методом можно быстро создавать различные таблицы или совершать операции </a:t>
            </a:r>
            <a:r>
              <a:rPr lang="ru-RU" dirty="0" err="1">
                <a:latin typeface="Microsoft Sans Serif"/>
                <a:ea typeface="Microsoft Sans Serif"/>
                <a:cs typeface="Microsoft Sans Serif"/>
              </a:rPr>
              <a:t>insert</a:t>
            </a:r>
            <a:r>
              <a:rPr lang="ru-RU" dirty="0">
                <a:ea typeface="+mn-lt"/>
                <a:cs typeface="+mn-lt"/>
              </a:rPr>
              <a:t> </a:t>
            </a:r>
            <a:r>
              <a:rPr lang="ru-RU" dirty="0" err="1">
                <a:ea typeface="+mn-lt"/>
                <a:cs typeface="+mn-lt"/>
              </a:rPr>
              <a:t>итд</a:t>
            </a:r>
            <a:endParaRPr lang="ru-RU" dirty="0" err="1">
              <a:latin typeface="Microsoft Sans Serif"/>
              <a:ea typeface="Microsoft Sans Serif"/>
              <a:cs typeface="Microsoft Sans Serif"/>
            </a:endParaRPr>
          </a:p>
        </p:txBody>
      </p:sp>
    </p:spTree>
    <p:extLst>
      <p:ext uri="{BB962C8B-B14F-4D97-AF65-F5344CB8AC3E}">
        <p14:creationId xmlns:p14="http://schemas.microsoft.com/office/powerpoint/2010/main" val="39680321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D3E42FA-5907-4299-84AB-26AA364EDA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F365F8B-1680-4040-82EB-D8DC06C3F5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77500" lnSpcReduction="20000"/>
          </a:bodyPr>
          <a:lstStyle/>
          <a:p>
            <a:r>
              <a:rPr lang="ru-RU" dirty="0">
                <a:latin typeface="Consolas"/>
              </a:rPr>
              <a:t>FUNCTION tabcount (table_in IN VARCHAR2)
</a:t>
            </a:r>
            <a:r>
              <a:rPr lang="ru-RU">
                <a:latin typeface="Consolas"/>
              </a:rPr>
              <a:t>   RETURN PLS_INTEGER </a:t>
            </a:r>
            <a:r>
              <a:rPr lang="ru-RU" dirty="0">
                <a:latin typeface="Consolas"/>
              </a:rPr>
              <a:t>
</a:t>
            </a:r>
            <a:r>
              <a:rPr lang="ru-RU">
                <a:latin typeface="Consolas"/>
              </a:rPr>
              <a:t>IS</a:t>
            </a:r>
            <a:r>
              <a:rPr lang="ru-RU" dirty="0">
                <a:latin typeface="Consolas"/>
              </a:rPr>
              <a:t>
</a:t>
            </a:r>
            <a:r>
              <a:rPr lang="ru-RU">
                <a:latin typeface="Consolas"/>
              </a:rPr>
              <a:t>   l_query VARCHAR2 (32767) := 'SELECT COUNT(*) FROM ' || table_in;</a:t>
            </a:r>
            <a:r>
              <a:rPr lang="ru-RU" dirty="0">
                <a:latin typeface="Consolas"/>
              </a:rPr>
              <a:t>
</a:t>
            </a:r>
            <a:r>
              <a:rPr lang="ru-RU">
                <a:latin typeface="Consolas"/>
              </a:rPr>
              <a:t>   l_return PLS_INTEGER;</a:t>
            </a:r>
            <a:r>
              <a:rPr lang="ru-RU" dirty="0">
                <a:latin typeface="Consolas"/>
              </a:rPr>
              <a:t>
</a:t>
            </a:r>
            <a:r>
              <a:rPr lang="ru-RU">
                <a:latin typeface="Consolas"/>
              </a:rPr>
              <a:t>BEGIN</a:t>
            </a:r>
            <a:r>
              <a:rPr lang="ru-RU" dirty="0">
                <a:latin typeface="Consolas"/>
              </a:rPr>
              <a:t>
</a:t>
            </a:r>
            <a:r>
              <a:rPr lang="ru-RU">
                <a:latin typeface="Consolas"/>
              </a:rPr>
              <a:t>   EXECUTE IMMEDIATE l_query INTO l_return;</a:t>
            </a:r>
            <a:r>
              <a:rPr lang="ru-RU" dirty="0">
                <a:latin typeface="Consolas"/>
              </a:rPr>
              <a:t>
</a:t>
            </a:r>
            <a:r>
              <a:rPr lang="ru-RU">
                <a:latin typeface="Consolas"/>
              </a:rPr>
              <a:t>   RETURN l_return;</a:t>
            </a:r>
            <a:r>
              <a:rPr lang="ru-RU" dirty="0">
                <a:latin typeface="Consolas"/>
              </a:rPr>
              <a:t>
</a:t>
            </a:r>
            <a:r>
              <a:rPr lang="ru-RU">
                <a:latin typeface="Consolas"/>
              </a:rPr>
              <a:t>END;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352937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10D58B0A-0913-45D2-BE8F-A1BAC6D22E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ru-RU" dirty="0">
                <a:latin typeface="Consolas"/>
              </a:rPr>
              <a:t>BEGIN
</a:t>
            </a:r>
            <a:r>
              <a:rPr lang="ru-RU">
                <a:latin typeface="Consolas"/>
              </a:rPr>
              <a:t>   IF tabCount ('employees') &gt; 100 THEN</a:t>
            </a:r>
            <a:r>
              <a:rPr lang="ru-RU" dirty="0">
                <a:latin typeface="Consolas"/>
              </a:rPr>
              <a:t>
</a:t>
            </a:r>
            <a:r>
              <a:rPr lang="ru-RU">
                <a:latin typeface="Consolas"/>
              </a:rPr>
              <a:t>      DBMS_OUTPUT.PUT_LINE ('мы выросли!');</a:t>
            </a:r>
            <a:r>
              <a:rPr lang="ru-RU" dirty="0">
                <a:latin typeface="Consolas"/>
              </a:rPr>
              <a:t>
</a:t>
            </a:r>
            <a:r>
              <a:rPr lang="ru-RU">
                <a:latin typeface="Consolas"/>
              </a:rPr>
              <a:t>   END IF;</a:t>
            </a:r>
            <a:r>
              <a:rPr lang="ru-RU" dirty="0">
                <a:latin typeface="Consolas"/>
              </a:rPr>
              <a:t>
END;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906773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D5E145D-F2A9-4477-9FE9-67AA502459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Ввод данных в блоке </a:t>
            </a:r>
            <a:r>
              <a:rPr lang="ru-RU" dirty="0">
                <a:latin typeface="Microsoft Sans Serif"/>
                <a:ea typeface="Microsoft Sans Serif"/>
                <a:cs typeface="Microsoft Sans Serif"/>
              </a:rPr>
              <a:t>PL/</a:t>
            </a:r>
            <a:r>
              <a:rPr lang="ru-RU" dirty="0" err="1">
                <a:latin typeface="Microsoft Sans Serif"/>
                <a:ea typeface="Microsoft Sans Serif"/>
                <a:cs typeface="Microsoft Sans Serif"/>
              </a:rPr>
              <a:t>sql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77B4E52-CF0A-46CA-82F8-38CAE03AFD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Часто возникает необходимость в ручном вводе переменных во время выполнения программы, для этого используется следующий метод:</a:t>
            </a:r>
          </a:p>
          <a:p>
            <a:r>
              <a:rPr lang="ru-RU" dirty="0"/>
              <a:t>Чтобы присвоить какое либо значение переменной, перед ней ставится символ </a:t>
            </a:r>
            <a:r>
              <a:rPr lang="ru-RU" dirty="0">
                <a:latin typeface="Microsoft Sans Serif"/>
                <a:ea typeface="Microsoft Sans Serif"/>
                <a:cs typeface="Microsoft Sans Serif"/>
              </a:rPr>
              <a:t>"&amp;"</a:t>
            </a:r>
          </a:p>
          <a:p>
            <a:r>
              <a:rPr lang="ru-RU" dirty="0">
                <a:latin typeface="Microsoft Sans Serif"/>
                <a:ea typeface="Microsoft Sans Serif"/>
                <a:cs typeface="Microsoft Sans Serif"/>
              </a:rPr>
              <a:t>Синтаксис: </a:t>
            </a:r>
            <a:r>
              <a:rPr lang="ru-RU" dirty="0" err="1">
                <a:latin typeface="Microsoft Sans Serif"/>
                <a:ea typeface="Microsoft Sans Serif"/>
                <a:cs typeface="Microsoft Sans Serif"/>
              </a:rPr>
              <a:t>declare</a:t>
            </a:r>
            <a:r>
              <a:rPr lang="ru-RU" dirty="0">
                <a:latin typeface="Microsoft Sans Serif"/>
                <a:ea typeface="Microsoft Sans Serif"/>
                <a:cs typeface="Microsoft Sans Serif"/>
              </a:rPr>
              <a:t> </a:t>
            </a:r>
            <a:r>
              <a:rPr lang="ru-RU" dirty="0" err="1">
                <a:latin typeface="Microsoft Sans Serif"/>
                <a:ea typeface="Microsoft Sans Serif"/>
                <a:cs typeface="Microsoft Sans Serif"/>
              </a:rPr>
              <a:t>tbl</a:t>
            </a:r>
            <a:r>
              <a:rPr lang="ru-RU" dirty="0">
                <a:latin typeface="Microsoft Sans Serif"/>
                <a:ea typeface="Microsoft Sans Serif"/>
                <a:cs typeface="Microsoft Sans Serif"/>
              </a:rPr>
              <a:t> </a:t>
            </a:r>
            <a:r>
              <a:rPr lang="ru-RU" dirty="0" err="1">
                <a:latin typeface="Microsoft Sans Serif"/>
                <a:ea typeface="Microsoft Sans Serif"/>
                <a:cs typeface="Microsoft Sans Serif"/>
              </a:rPr>
              <a:t>varchar</a:t>
            </a:r>
            <a:r>
              <a:rPr lang="ru-RU" dirty="0">
                <a:latin typeface="Microsoft Sans Serif"/>
                <a:ea typeface="Microsoft Sans Serif"/>
                <a:cs typeface="Microsoft Sans Serif"/>
              </a:rPr>
              <a:t>(50) := &amp;</a:t>
            </a:r>
            <a:r>
              <a:rPr lang="ru-RU" dirty="0" err="1">
                <a:latin typeface="Microsoft Sans Serif"/>
                <a:ea typeface="Microsoft Sans Serif"/>
                <a:cs typeface="Microsoft Sans Serif"/>
              </a:rPr>
              <a:t>tbl</a:t>
            </a:r>
            <a:r>
              <a:rPr lang="ru-RU" dirty="0">
                <a:latin typeface="Microsoft Sans Serif"/>
                <a:ea typeface="Microsoft Sans Serif"/>
                <a:cs typeface="Microsoft Sans Serif"/>
              </a:rPr>
              <a:t>; </a:t>
            </a:r>
          </a:p>
        </p:txBody>
      </p:sp>
    </p:spTree>
    <p:extLst>
      <p:ext uri="{BB962C8B-B14F-4D97-AF65-F5344CB8AC3E}">
        <p14:creationId xmlns:p14="http://schemas.microsoft.com/office/powerpoint/2010/main" val="23578910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B5C5DB87-76FA-474D-BE5C-97D52C80EE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70000" lnSpcReduction="20000"/>
          </a:bodyPr>
          <a:lstStyle/>
          <a:p>
            <a:r>
              <a:rPr lang="ru-RU" dirty="0" err="1">
                <a:latin typeface="Microsoft Sans Serif"/>
                <a:ea typeface="+mn-lt"/>
                <a:cs typeface="+mn-lt"/>
              </a:rPr>
              <a:t>declare</a:t>
            </a:r>
            <a:endParaRPr lang="ru-RU" dirty="0" err="1">
              <a:latin typeface="Microsoft Sans Serif"/>
              <a:ea typeface="Microsoft Sans Serif"/>
              <a:cs typeface="Microsoft Sans Serif"/>
            </a:endParaRPr>
          </a:p>
          <a:p>
            <a:r>
              <a:rPr lang="ru-RU" dirty="0">
                <a:latin typeface="Microsoft Sans Serif"/>
                <a:ea typeface="+mn-lt"/>
                <a:cs typeface="+mn-lt"/>
              </a:rPr>
              <a:t>            </a:t>
            </a:r>
            <a:r>
              <a:rPr lang="ru-RU" dirty="0" err="1">
                <a:latin typeface="Microsoft Sans Serif"/>
                <a:ea typeface="+mn-lt"/>
                <a:cs typeface="+mn-lt"/>
              </a:rPr>
              <a:t>Input</a:t>
            </a:r>
            <a:r>
              <a:rPr lang="ru-RU" dirty="0">
                <a:latin typeface="Microsoft Sans Serif"/>
                <a:ea typeface="+mn-lt"/>
                <a:cs typeface="+mn-lt"/>
              </a:rPr>
              <a:t> </a:t>
            </a:r>
            <a:r>
              <a:rPr lang="ru-RU" dirty="0" err="1">
                <a:latin typeface="Microsoft Sans Serif"/>
                <a:ea typeface="+mn-lt"/>
                <a:cs typeface="+mn-lt"/>
              </a:rPr>
              <a:t>number</a:t>
            </a:r>
            <a:r>
              <a:rPr lang="ru-RU" dirty="0">
                <a:latin typeface="Microsoft Sans Serif"/>
                <a:ea typeface="+mn-lt"/>
                <a:cs typeface="+mn-lt"/>
              </a:rPr>
              <a:t> := &amp;</a:t>
            </a:r>
            <a:r>
              <a:rPr lang="ru-RU" dirty="0" err="1">
                <a:latin typeface="Microsoft Sans Serif"/>
                <a:ea typeface="+mn-lt"/>
                <a:cs typeface="+mn-lt"/>
              </a:rPr>
              <a:t>Input</a:t>
            </a:r>
            <a:r>
              <a:rPr lang="ru-RU" dirty="0">
                <a:latin typeface="Microsoft Sans Serif"/>
                <a:ea typeface="+mn-lt"/>
                <a:cs typeface="+mn-lt"/>
              </a:rPr>
              <a:t>;</a:t>
            </a:r>
            <a:endParaRPr lang="ru-RU" dirty="0">
              <a:latin typeface="Microsoft Sans Serif"/>
              <a:ea typeface="Microsoft Sans Serif"/>
              <a:cs typeface="Microsoft Sans Serif"/>
            </a:endParaRPr>
          </a:p>
          <a:p>
            <a:r>
              <a:rPr lang="ru-RU" dirty="0">
                <a:latin typeface="Microsoft Sans Serif"/>
                <a:ea typeface="+mn-lt"/>
                <a:cs typeface="+mn-lt"/>
              </a:rPr>
              <a:t>        </a:t>
            </a:r>
            <a:r>
              <a:rPr lang="ru-RU" dirty="0" err="1">
                <a:latin typeface="Microsoft Sans Serif"/>
                <a:ea typeface="+mn-lt"/>
                <a:cs typeface="+mn-lt"/>
              </a:rPr>
              <a:t>begin</a:t>
            </a:r>
            <a:endParaRPr lang="ru-RU" dirty="0" err="1">
              <a:latin typeface="Microsoft Sans Serif"/>
              <a:ea typeface="Microsoft Sans Serif"/>
              <a:cs typeface="Microsoft Sans Serif"/>
            </a:endParaRPr>
          </a:p>
          <a:p>
            <a:r>
              <a:rPr lang="ru-RU" dirty="0">
                <a:latin typeface="Microsoft Sans Serif"/>
                <a:ea typeface="+mn-lt"/>
                <a:cs typeface="+mn-lt"/>
              </a:rPr>
              <a:t>            </a:t>
            </a:r>
            <a:r>
              <a:rPr lang="ru-RU" dirty="0" err="1">
                <a:latin typeface="Microsoft Sans Serif"/>
                <a:ea typeface="+mn-lt"/>
                <a:cs typeface="+mn-lt"/>
              </a:rPr>
              <a:t>if</a:t>
            </a:r>
            <a:r>
              <a:rPr lang="ru-RU" dirty="0">
                <a:latin typeface="Microsoft Sans Serif"/>
                <a:ea typeface="+mn-lt"/>
                <a:cs typeface="+mn-lt"/>
              </a:rPr>
              <a:t> </a:t>
            </a:r>
            <a:r>
              <a:rPr lang="ru-RU" dirty="0" err="1">
                <a:latin typeface="Microsoft Sans Serif"/>
                <a:ea typeface="+mn-lt"/>
                <a:cs typeface="+mn-lt"/>
              </a:rPr>
              <a:t>Input</a:t>
            </a:r>
            <a:r>
              <a:rPr lang="ru-RU" dirty="0">
                <a:latin typeface="Microsoft Sans Serif"/>
                <a:ea typeface="+mn-lt"/>
                <a:cs typeface="+mn-lt"/>
              </a:rPr>
              <a:t> &gt;= 18 THEN</a:t>
            </a:r>
            <a:endParaRPr lang="ru-RU" dirty="0">
              <a:latin typeface="Microsoft Sans Serif"/>
              <a:ea typeface="Microsoft Sans Serif"/>
              <a:cs typeface="Microsoft Sans Serif"/>
            </a:endParaRPr>
          </a:p>
          <a:p>
            <a:r>
              <a:rPr lang="ru-RU" dirty="0">
                <a:latin typeface="Microsoft Sans Serif"/>
                <a:ea typeface="+mn-lt"/>
                <a:cs typeface="+mn-lt"/>
              </a:rPr>
              <a:t>                </a:t>
            </a:r>
            <a:r>
              <a:rPr lang="ru-RU" dirty="0" err="1">
                <a:latin typeface="Microsoft Sans Serif"/>
                <a:ea typeface="+mn-lt"/>
                <a:cs typeface="+mn-lt"/>
              </a:rPr>
              <a:t>dbms_output.put_line</a:t>
            </a:r>
            <a:r>
              <a:rPr lang="ru-RU" dirty="0">
                <a:latin typeface="Microsoft Sans Serif"/>
                <a:ea typeface="+mn-lt"/>
                <a:cs typeface="+mn-lt"/>
              </a:rPr>
              <a:t>('вы совершеннолетний, вам ' || </a:t>
            </a:r>
            <a:r>
              <a:rPr lang="ru-RU" dirty="0" err="1">
                <a:latin typeface="Microsoft Sans Serif"/>
                <a:ea typeface="+mn-lt"/>
                <a:cs typeface="+mn-lt"/>
              </a:rPr>
              <a:t>Input</a:t>
            </a:r>
            <a:r>
              <a:rPr lang="ru-RU" dirty="0">
                <a:latin typeface="Microsoft Sans Serif"/>
                <a:ea typeface="+mn-lt"/>
                <a:cs typeface="+mn-lt"/>
              </a:rPr>
              <a:t> || ' ' || 'лет');</a:t>
            </a:r>
            <a:endParaRPr lang="ru-RU" dirty="0">
              <a:latin typeface="Microsoft Sans Serif"/>
              <a:ea typeface="Microsoft Sans Serif"/>
              <a:cs typeface="Microsoft Sans Serif"/>
            </a:endParaRPr>
          </a:p>
          <a:p>
            <a:r>
              <a:rPr lang="ru-RU" dirty="0">
                <a:latin typeface="Microsoft Sans Serif"/>
                <a:ea typeface="+mn-lt"/>
                <a:cs typeface="+mn-lt"/>
              </a:rPr>
              <a:t>            </a:t>
            </a:r>
            <a:r>
              <a:rPr lang="ru-RU" dirty="0" err="1">
                <a:latin typeface="Microsoft Sans Serif"/>
                <a:ea typeface="+mn-lt"/>
                <a:cs typeface="+mn-lt"/>
              </a:rPr>
              <a:t>else</a:t>
            </a:r>
            <a:endParaRPr lang="ru-RU" dirty="0" err="1">
              <a:latin typeface="Microsoft Sans Serif"/>
              <a:ea typeface="Microsoft Sans Serif"/>
              <a:cs typeface="Microsoft Sans Serif"/>
            </a:endParaRPr>
          </a:p>
          <a:p>
            <a:r>
              <a:rPr lang="ru-RU" dirty="0">
                <a:latin typeface="Microsoft Sans Serif"/>
                <a:ea typeface="+mn-lt"/>
                <a:cs typeface="+mn-lt"/>
              </a:rPr>
              <a:t>                </a:t>
            </a:r>
            <a:r>
              <a:rPr lang="ru-RU" dirty="0" err="1">
                <a:latin typeface="Microsoft Sans Serif"/>
                <a:ea typeface="+mn-lt"/>
                <a:cs typeface="+mn-lt"/>
              </a:rPr>
              <a:t>dbms_output.put_line</a:t>
            </a:r>
            <a:r>
              <a:rPr lang="ru-RU" dirty="0">
                <a:latin typeface="Microsoft Sans Serif"/>
                <a:ea typeface="+mn-lt"/>
                <a:cs typeface="+mn-lt"/>
              </a:rPr>
              <a:t>('вам меньше 18 лет, а именно '|| </a:t>
            </a:r>
            <a:r>
              <a:rPr lang="ru-RU" dirty="0" err="1">
                <a:latin typeface="Microsoft Sans Serif"/>
                <a:ea typeface="+mn-lt"/>
                <a:cs typeface="+mn-lt"/>
              </a:rPr>
              <a:t>Input</a:t>
            </a:r>
            <a:r>
              <a:rPr lang="ru-RU" dirty="0">
                <a:latin typeface="Microsoft Sans Serif"/>
                <a:ea typeface="+mn-lt"/>
                <a:cs typeface="+mn-lt"/>
              </a:rPr>
              <a:t> || ' ' || 'лет');</a:t>
            </a:r>
            <a:endParaRPr lang="ru-RU" dirty="0">
              <a:latin typeface="Microsoft Sans Serif"/>
              <a:ea typeface="Microsoft Sans Serif"/>
              <a:cs typeface="Microsoft Sans Serif"/>
            </a:endParaRPr>
          </a:p>
          <a:p>
            <a:r>
              <a:rPr lang="ru-RU" dirty="0">
                <a:latin typeface="Microsoft Sans Serif"/>
                <a:ea typeface="+mn-lt"/>
                <a:cs typeface="+mn-lt"/>
              </a:rPr>
              <a:t>            </a:t>
            </a:r>
            <a:r>
              <a:rPr lang="ru-RU" dirty="0" err="1">
                <a:latin typeface="Microsoft Sans Serif"/>
                <a:ea typeface="+mn-lt"/>
                <a:cs typeface="+mn-lt"/>
              </a:rPr>
              <a:t>end</a:t>
            </a:r>
            <a:r>
              <a:rPr lang="ru-RU" dirty="0">
                <a:latin typeface="Microsoft Sans Serif"/>
                <a:ea typeface="+mn-lt"/>
                <a:cs typeface="+mn-lt"/>
              </a:rPr>
              <a:t> </a:t>
            </a:r>
            <a:r>
              <a:rPr lang="ru-RU" dirty="0" err="1">
                <a:latin typeface="Microsoft Sans Serif"/>
                <a:ea typeface="+mn-lt"/>
                <a:cs typeface="+mn-lt"/>
              </a:rPr>
              <a:t>if</a:t>
            </a:r>
            <a:r>
              <a:rPr lang="ru-RU" dirty="0">
                <a:latin typeface="Microsoft Sans Serif"/>
                <a:ea typeface="+mn-lt"/>
                <a:cs typeface="+mn-lt"/>
              </a:rPr>
              <a:t>;</a:t>
            </a:r>
            <a:endParaRPr lang="ru-RU" dirty="0">
              <a:latin typeface="Microsoft Sans Serif"/>
              <a:ea typeface="Microsoft Sans Serif"/>
              <a:cs typeface="Microsoft Sans Serif"/>
            </a:endParaRPr>
          </a:p>
          <a:p>
            <a:r>
              <a:rPr lang="ru-RU" dirty="0">
                <a:latin typeface="Microsoft Sans Serif"/>
                <a:ea typeface="+mn-lt"/>
                <a:cs typeface="+mn-lt"/>
              </a:rPr>
              <a:t>        </a:t>
            </a:r>
            <a:r>
              <a:rPr lang="ru-RU" dirty="0" err="1">
                <a:latin typeface="Microsoft Sans Serif"/>
                <a:ea typeface="+mn-lt"/>
                <a:cs typeface="+mn-lt"/>
              </a:rPr>
              <a:t>end</a:t>
            </a:r>
            <a:r>
              <a:rPr lang="ru-RU" dirty="0">
                <a:latin typeface="Microsoft Sans Serif"/>
                <a:ea typeface="+mn-lt"/>
                <a:cs typeface="+mn-lt"/>
              </a:rPr>
              <a:t>;</a:t>
            </a:r>
          </a:p>
          <a:p>
            <a:r>
              <a:rPr lang="ru-RU" dirty="0">
                <a:latin typeface="Microsoft Sans Serif"/>
              </a:rPr>
              <a:t>Этот скрипт проверяет введенные данные и выводит на экран одно из двух сообщений в зависимости от выполнения условия</a:t>
            </a:r>
          </a:p>
        </p:txBody>
      </p:sp>
    </p:spTree>
    <p:extLst>
      <p:ext uri="{BB962C8B-B14F-4D97-AF65-F5344CB8AC3E}">
        <p14:creationId xmlns:p14="http://schemas.microsoft.com/office/powerpoint/2010/main" val="27780290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15713DC8-BBB7-446F-8EA5-A5CDC605D9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ru-RU" dirty="0">
                <a:latin typeface="Microsoft Sans Serif"/>
                <a:ea typeface="Microsoft Sans Serif"/>
                <a:cs typeface="Microsoft Sans Serif"/>
              </a:rPr>
              <a:t>Как можно было понять из ранее упомянутой информации, динамический SQL тесно связан с ручным вводом данных для большего удобства и производительности.</a:t>
            </a:r>
          </a:p>
          <a:p>
            <a:pPr marL="0" indent="0">
              <a:buNone/>
            </a:pPr>
            <a:r>
              <a:rPr lang="ru-RU">
                <a:latin typeface="Microsoft Sans Serif"/>
                <a:ea typeface="Microsoft Sans Serif"/>
                <a:cs typeface="Microsoft Sans Serif"/>
              </a:rPr>
              <a:t>Используя их совместно, можно сильно расширить возможности и сократить время работы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319893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0874A7-89E2-454E-B2A6-595A672013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Microsoft Sans Serif"/>
                <a:ea typeface="Microsoft Sans Serif"/>
                <a:cs typeface="Microsoft Sans Serif"/>
              </a:rPr>
              <a:t>OPEN FOR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22A7C22-23DF-460C-9E70-F1DFE31414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77500" lnSpcReduction="20000"/>
          </a:bodyPr>
          <a:lstStyle/>
          <a:p>
            <a:r>
              <a:rPr lang="ru-RU">
                <a:latin typeface="Microsoft Sans Serif"/>
                <a:ea typeface="+mn-lt"/>
                <a:cs typeface="+mn-lt"/>
              </a:rPr>
              <a:t>Команда</a:t>
            </a:r>
            <a:r>
              <a:rPr lang="ru-RU">
                <a:latin typeface="Microsoft Sans Serif"/>
                <a:ea typeface="Microsoft Sans Serif"/>
                <a:cs typeface="Microsoft Sans Serif"/>
              </a:rPr>
              <a:t> OPEN FOR</a:t>
            </a:r>
            <a:r>
              <a:rPr lang="ru-RU">
                <a:latin typeface="Microsoft Sans Serif"/>
                <a:ea typeface="+mn-lt"/>
                <a:cs typeface="+mn-lt"/>
              </a:rPr>
              <a:t> изначально не была включена в </a:t>
            </a:r>
            <a:r>
              <a:rPr lang="ru-RU">
                <a:latin typeface="Microsoft Sans Serif"/>
                <a:ea typeface="Microsoft Sans Serif"/>
                <a:cs typeface="Microsoft Sans Serif"/>
              </a:rPr>
              <a:t>PL/SQL</a:t>
            </a:r>
            <a:r>
              <a:rPr lang="ru-RU">
                <a:latin typeface="Microsoft Sans Serif"/>
                <a:ea typeface="+mn-lt"/>
                <a:cs typeface="+mn-lt"/>
              </a:rPr>
              <a:t> для </a:t>
            </a:r>
            <a:r>
              <a:rPr lang="ru-RU">
                <a:latin typeface="Microsoft Sans Serif"/>
                <a:ea typeface="Microsoft Sans Serif"/>
                <a:cs typeface="Microsoft Sans Serif"/>
              </a:rPr>
              <a:t>NDS</a:t>
            </a:r>
            <a:r>
              <a:rPr lang="ru-RU">
                <a:latin typeface="Microsoft Sans Serif"/>
                <a:ea typeface="+mn-lt"/>
                <a:cs typeface="+mn-lt"/>
              </a:rPr>
              <a:t>; она появилась в </a:t>
            </a:r>
            <a:r>
              <a:rPr lang="ru-RU">
                <a:latin typeface="Microsoft Sans Serif"/>
                <a:ea typeface="Microsoft Sans Serif"/>
                <a:cs typeface="Microsoft Sans Serif"/>
              </a:rPr>
              <a:t>Oracle7</a:t>
            </a:r>
            <a:r>
              <a:rPr lang="ru-RU">
                <a:latin typeface="Microsoft Sans Serif"/>
                <a:ea typeface="+mn-lt"/>
                <a:cs typeface="+mn-lt"/>
              </a:rPr>
              <a:t> и предназначалась для работы с курсорными переменными. Затем ее синтаксис был расширен для реализации многострочных динамических запросов. При использо­вании пакета DBMS_SQL реализация многострочных запросов получается очень сложной: приходится производить разбор и подстановку, отдельно определять каждый столбец, выполнять команду, выбирать сначала строки, а затем — последовательно значения каждого столбца.</a:t>
            </a:r>
          </a:p>
          <a:p>
            <a:r>
              <a:rPr lang="ru-RU">
                <a:latin typeface="Consolas"/>
              </a:rPr>
              <a:t>Синтаксис:</a:t>
            </a:r>
            <a:endParaRPr lang="ru-RU" dirty="0">
              <a:latin typeface="Microsoft Sans Serif"/>
              <a:ea typeface="Microsoft Sans Serif"/>
              <a:cs typeface="Microsoft Sans Serif"/>
            </a:endParaRPr>
          </a:p>
          <a:p>
            <a:r>
              <a:rPr lang="ru-RU" dirty="0">
                <a:latin typeface="Consolas"/>
              </a:rPr>
              <a:t>OPEN {</a:t>
            </a:r>
            <a:r>
              <a:rPr lang="ru-RU" dirty="0" err="1">
                <a:latin typeface="Consolas"/>
              </a:rPr>
              <a:t>курсорная_переменная</a:t>
            </a:r>
            <a:r>
              <a:rPr lang="ru-RU" dirty="0">
                <a:latin typeface="Consolas"/>
              </a:rPr>
              <a:t>| :</a:t>
            </a:r>
            <a:r>
              <a:rPr lang="ru-RU" dirty="0" err="1">
                <a:latin typeface="Consolas"/>
              </a:rPr>
              <a:t>хост_переменная</a:t>
            </a:r>
            <a:r>
              <a:rPr lang="ru-RU" dirty="0">
                <a:latin typeface="Consolas"/>
              </a:rPr>
              <a:t>} FOR </a:t>
            </a:r>
            <a:r>
              <a:rPr lang="ru-RU" dirty="0" err="1">
                <a:latin typeface="Consolas"/>
              </a:rPr>
              <a:t>строка_SQL</a:t>
            </a:r>
            <a:r>
              <a:rPr lang="ru-RU" dirty="0">
                <a:latin typeface="Consolas"/>
              </a:rPr>
              <a:t>
 [USING аргумент [, аргумент]...];</a:t>
            </a:r>
            <a:endParaRPr lang="ru-RU" dirty="0">
              <a:latin typeface="Microsoft Sans Serif"/>
              <a:ea typeface="Microsoft Sans Serif"/>
              <a:cs typeface="Microsoft Sans Serif"/>
            </a:endParaRPr>
          </a:p>
        </p:txBody>
      </p:sp>
    </p:spTree>
    <p:extLst>
      <p:ext uri="{BB962C8B-B14F-4D97-AF65-F5344CB8AC3E}">
        <p14:creationId xmlns:p14="http://schemas.microsoft.com/office/powerpoint/2010/main" val="20854165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C05CBC3C-2E5A-4839-8B9B-2E5A6ADF0F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827FF362-FC97-4BF5-949B-D4ADFA26E4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8888549">
            <a:off x="-1059473" y="-1108988"/>
            <a:ext cx="7179830" cy="5226565"/>
          </a:xfrm>
          <a:custGeom>
            <a:avLst/>
            <a:gdLst>
              <a:gd name="connsiteX0" fmla="*/ 5217841 w 7179830"/>
              <a:gd name="connsiteY0" fmla="*/ 464824 h 5226565"/>
              <a:gd name="connsiteX1" fmla="*/ 5222490 w 7179830"/>
              <a:gd name="connsiteY1" fmla="*/ 464289 h 5226565"/>
              <a:gd name="connsiteX2" fmla="*/ 5216768 w 7179830"/>
              <a:gd name="connsiteY2" fmla="*/ 463394 h 5226565"/>
              <a:gd name="connsiteX3" fmla="*/ 5217841 w 7179830"/>
              <a:gd name="connsiteY3" fmla="*/ 464824 h 5226565"/>
              <a:gd name="connsiteX4" fmla="*/ 4945201 w 7179830"/>
              <a:gd name="connsiteY4" fmla="*/ 5226565 h 5226565"/>
              <a:gd name="connsiteX5" fmla="*/ 140449 w 7179830"/>
              <a:gd name="connsiteY5" fmla="*/ 2240811 h 5226565"/>
              <a:gd name="connsiteX6" fmla="*/ 232913 w 7179830"/>
              <a:gd name="connsiteY6" fmla="*/ 2052782 h 5226565"/>
              <a:gd name="connsiteX7" fmla="*/ 375714 w 7179830"/>
              <a:gd name="connsiteY7" fmla="*/ 1803205 h 5226565"/>
              <a:gd name="connsiteX8" fmla="*/ 1512756 w 7179830"/>
              <a:gd name="connsiteY8" fmla="*/ 638448 h 5226565"/>
              <a:gd name="connsiteX9" fmla="*/ 2902095 w 7179830"/>
              <a:gd name="connsiteY9" fmla="*/ 120440 h 5226565"/>
              <a:gd name="connsiteX10" fmla="*/ 2848453 w 7179830"/>
              <a:gd name="connsiteY10" fmla="*/ 125626 h 5226565"/>
              <a:gd name="connsiteX11" fmla="*/ 1837830 w 7179830"/>
              <a:gd name="connsiteY11" fmla="*/ 426203 h 5226565"/>
              <a:gd name="connsiteX12" fmla="*/ 214608 w 7179830"/>
              <a:gd name="connsiteY12" fmla="*/ 1882239 h 5226565"/>
              <a:gd name="connsiteX13" fmla="*/ 91317 w 7179830"/>
              <a:gd name="connsiteY13" fmla="*/ 2123701 h 5226565"/>
              <a:gd name="connsiteX14" fmla="*/ 64092 w 7179830"/>
              <a:gd name="connsiteY14" fmla="*/ 2193361 h 5226565"/>
              <a:gd name="connsiteX15" fmla="*/ 0 w 7179830"/>
              <a:gd name="connsiteY15" fmla="*/ 2153533 h 5226565"/>
              <a:gd name="connsiteX16" fmla="*/ 42834 w 7179830"/>
              <a:gd name="connsiteY16" fmla="*/ 2047277 h 5226565"/>
              <a:gd name="connsiteX17" fmla="*/ 923582 w 7179830"/>
              <a:gd name="connsiteY17" fmla="*/ 915600 h 5226565"/>
              <a:gd name="connsiteX18" fmla="*/ 2686989 w 7179830"/>
              <a:gd name="connsiteY18" fmla="*/ 73950 h 5226565"/>
              <a:gd name="connsiteX19" fmla="*/ 3059983 w 7179830"/>
              <a:gd name="connsiteY19" fmla="*/ 20308 h 5226565"/>
              <a:gd name="connsiteX20" fmla="*/ 3454435 w 7179830"/>
              <a:gd name="connsiteY20" fmla="*/ 1176 h 5226565"/>
              <a:gd name="connsiteX21" fmla="*/ 3923806 w 7179830"/>
              <a:gd name="connsiteY21" fmla="*/ 49990 h 5226565"/>
              <a:gd name="connsiteX22" fmla="*/ 5350874 w 7179830"/>
              <a:gd name="connsiteY22" fmla="*/ 426917 h 5226565"/>
              <a:gd name="connsiteX23" fmla="*/ 6607360 w 7179830"/>
              <a:gd name="connsiteY23" fmla="*/ 1075097 h 5226565"/>
              <a:gd name="connsiteX24" fmla="*/ 7110534 w 7179830"/>
              <a:gd name="connsiteY24" fmla="*/ 1541421 h 5226565"/>
              <a:gd name="connsiteX25" fmla="*/ 7179830 w 7179830"/>
              <a:gd name="connsiteY25" fmla="*/ 1630542 h 5226565"/>
              <a:gd name="connsiteX26" fmla="*/ 7136295 w 7179830"/>
              <a:gd name="connsiteY26" fmla="*/ 1700600 h 5226565"/>
              <a:gd name="connsiteX27" fmla="*/ 7131140 w 7179830"/>
              <a:gd name="connsiteY27" fmla="*/ 1693045 h 5226565"/>
              <a:gd name="connsiteX28" fmla="*/ 6577499 w 7179830"/>
              <a:gd name="connsiteY28" fmla="*/ 1148230 h 5226565"/>
              <a:gd name="connsiteX29" fmla="*/ 5494816 w 7179830"/>
              <a:gd name="connsiteY29" fmla="*/ 563527 h 5226565"/>
              <a:gd name="connsiteX30" fmla="*/ 5366967 w 7179830"/>
              <a:gd name="connsiteY30" fmla="*/ 514176 h 5226565"/>
              <a:gd name="connsiteX31" fmla="*/ 5244661 w 7179830"/>
              <a:gd name="connsiteY31" fmla="*/ 470725 h 5226565"/>
              <a:gd name="connsiteX32" fmla="*/ 5904822 w 7179830"/>
              <a:gd name="connsiteY32" fmla="*/ 815468 h 5226565"/>
              <a:gd name="connsiteX33" fmla="*/ 7015222 w 7179830"/>
              <a:gd name="connsiteY33" fmla="*/ 1815185 h 5226565"/>
              <a:gd name="connsiteX34" fmla="*/ 7040454 w 7179830"/>
              <a:gd name="connsiteY34" fmla="*/ 1854830 h 52265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7179830" h="5226565">
                <a:moveTo>
                  <a:pt x="5217841" y="464824"/>
                </a:moveTo>
                <a:lnTo>
                  <a:pt x="5222490" y="464289"/>
                </a:lnTo>
                <a:lnTo>
                  <a:pt x="5216768" y="463394"/>
                </a:lnTo>
                <a:cubicBezTo>
                  <a:pt x="5216768" y="463394"/>
                  <a:pt x="5216768" y="464646"/>
                  <a:pt x="5217841" y="464824"/>
                </a:cubicBezTo>
                <a:close/>
                <a:moveTo>
                  <a:pt x="4945201" y="5226565"/>
                </a:moveTo>
                <a:lnTo>
                  <a:pt x="140449" y="2240811"/>
                </a:lnTo>
                <a:lnTo>
                  <a:pt x="232913" y="2052782"/>
                </a:lnTo>
                <a:cubicBezTo>
                  <a:pt x="277693" y="1968290"/>
                  <a:pt x="325201" y="1885054"/>
                  <a:pt x="375714" y="1803205"/>
                </a:cubicBezTo>
                <a:cubicBezTo>
                  <a:pt x="667528" y="1329721"/>
                  <a:pt x="1039629" y="935091"/>
                  <a:pt x="1512756" y="638448"/>
                </a:cubicBezTo>
                <a:cubicBezTo>
                  <a:pt x="1939392" y="370950"/>
                  <a:pt x="2405724" y="210560"/>
                  <a:pt x="2902095" y="120440"/>
                </a:cubicBezTo>
                <a:cubicBezTo>
                  <a:pt x="2884054" y="118134"/>
                  <a:pt x="2865727" y="119904"/>
                  <a:pt x="2848453" y="125626"/>
                </a:cubicBezTo>
                <a:cubicBezTo>
                  <a:pt x="2498704" y="175943"/>
                  <a:pt x="2158217" y="277201"/>
                  <a:pt x="1837830" y="426203"/>
                </a:cubicBezTo>
                <a:cubicBezTo>
                  <a:pt x="1147094" y="744660"/>
                  <a:pt x="593502" y="1217071"/>
                  <a:pt x="214608" y="1882239"/>
                </a:cubicBezTo>
                <a:cubicBezTo>
                  <a:pt x="169441" y="1960776"/>
                  <a:pt x="128308" y="2041369"/>
                  <a:pt x="91317" y="2123701"/>
                </a:cubicBezTo>
                <a:lnTo>
                  <a:pt x="64092" y="2193361"/>
                </a:lnTo>
                <a:lnTo>
                  <a:pt x="0" y="2153533"/>
                </a:lnTo>
                <a:lnTo>
                  <a:pt x="42834" y="2047277"/>
                </a:lnTo>
                <a:cubicBezTo>
                  <a:pt x="241792" y="1615775"/>
                  <a:pt x="541268" y="1241591"/>
                  <a:pt x="923582" y="915600"/>
                </a:cubicBezTo>
                <a:cubicBezTo>
                  <a:pt x="1435331" y="478415"/>
                  <a:pt x="2028081" y="205375"/>
                  <a:pt x="2686989" y="73950"/>
                </a:cubicBezTo>
                <a:cubicBezTo>
                  <a:pt x="2810367" y="49274"/>
                  <a:pt x="2934818" y="32466"/>
                  <a:pt x="3059983" y="20308"/>
                </a:cubicBezTo>
                <a:cubicBezTo>
                  <a:pt x="3185149" y="8148"/>
                  <a:pt x="3308706" y="2963"/>
                  <a:pt x="3454435" y="1176"/>
                </a:cubicBezTo>
                <a:cubicBezTo>
                  <a:pt x="3599805" y="-5977"/>
                  <a:pt x="3761985" y="20665"/>
                  <a:pt x="3923806" y="49990"/>
                </a:cubicBezTo>
                <a:cubicBezTo>
                  <a:pt x="4409449" y="137964"/>
                  <a:pt x="4886867" y="257228"/>
                  <a:pt x="5350874" y="426917"/>
                </a:cubicBezTo>
                <a:cubicBezTo>
                  <a:pt x="5797001" y="589991"/>
                  <a:pt x="6223101" y="792223"/>
                  <a:pt x="6607360" y="1075097"/>
                </a:cubicBezTo>
                <a:cubicBezTo>
                  <a:pt x="6794438" y="1212779"/>
                  <a:pt x="6965102" y="1365689"/>
                  <a:pt x="7110534" y="1541421"/>
                </a:cubicBezTo>
                <a:lnTo>
                  <a:pt x="7179830" y="1630542"/>
                </a:lnTo>
                <a:lnTo>
                  <a:pt x="7136295" y="1700600"/>
                </a:lnTo>
                <a:lnTo>
                  <a:pt x="7131140" y="1693045"/>
                </a:lnTo>
                <a:cubicBezTo>
                  <a:pt x="6977874" y="1483026"/>
                  <a:pt x="6788448" y="1305671"/>
                  <a:pt x="6577499" y="1148230"/>
                </a:cubicBezTo>
                <a:cubicBezTo>
                  <a:pt x="6245452" y="900401"/>
                  <a:pt x="5878538" y="716408"/>
                  <a:pt x="5494816" y="563527"/>
                </a:cubicBezTo>
                <a:cubicBezTo>
                  <a:pt x="5452491" y="546487"/>
                  <a:pt x="5409881" y="530036"/>
                  <a:pt x="5366967" y="514176"/>
                </a:cubicBezTo>
                <a:cubicBezTo>
                  <a:pt x="5326377" y="499156"/>
                  <a:pt x="5285430" y="485210"/>
                  <a:pt x="5244661" y="470725"/>
                </a:cubicBezTo>
                <a:cubicBezTo>
                  <a:pt x="5471517" y="572127"/>
                  <a:pt x="5691970" y="687263"/>
                  <a:pt x="5904822" y="815468"/>
                </a:cubicBezTo>
                <a:cubicBezTo>
                  <a:pt x="6336645" y="1080104"/>
                  <a:pt x="6718758" y="1400351"/>
                  <a:pt x="7015222" y="1815185"/>
                </a:cubicBezTo>
                <a:lnTo>
                  <a:pt x="7040454" y="1854830"/>
                </a:lnTo>
                <a:close/>
              </a:path>
            </a:pathLst>
          </a:custGeom>
          <a:solidFill>
            <a:srgbClr val="CC2BE5"/>
          </a:solidFill>
          <a:ln w="1270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B0D8CFC-2B19-45C4-A9A4-51E2B6F6C3E5}"/>
              </a:ext>
            </a:extLst>
          </p:cNvPr>
          <p:cNvSpPr txBox="1"/>
          <p:nvPr/>
        </p:nvSpPr>
        <p:spPr>
          <a:xfrm>
            <a:off x="841246" y="673770"/>
            <a:ext cx="3644489" cy="2414488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2800" dirty="0" err="1">
                <a:solidFill>
                  <a:schemeClr val="bg1"/>
                </a:solidFill>
                <a:latin typeface="Microsoft Sans Serif"/>
                <a:ea typeface="Microsoft Sans Serif"/>
                <a:cs typeface="Microsoft Sans Serif"/>
              </a:rPr>
              <a:t>Скрипт</a:t>
            </a:r>
            <a:r>
              <a:rPr lang="en-US" sz="2800" dirty="0">
                <a:solidFill>
                  <a:schemeClr val="bg1"/>
                </a:solidFill>
                <a:latin typeface="Microsoft Sans Serif"/>
                <a:ea typeface="Microsoft Sans Serif"/>
                <a:cs typeface="Microsoft Sans Serif"/>
              </a:rPr>
              <a:t> с </a:t>
            </a:r>
            <a:r>
              <a:rPr lang="en-US" sz="2800" dirty="0" err="1">
                <a:solidFill>
                  <a:schemeClr val="bg1"/>
                </a:solidFill>
                <a:latin typeface="Microsoft Sans Serif"/>
                <a:ea typeface="Microsoft Sans Serif"/>
                <a:cs typeface="Microsoft Sans Serif"/>
              </a:rPr>
              <a:t>использовнием</a:t>
            </a:r>
            <a:r>
              <a:rPr lang="en-US" sz="2800" dirty="0">
                <a:solidFill>
                  <a:schemeClr val="bg1"/>
                </a:solidFill>
                <a:latin typeface="Microsoft Sans Serif"/>
                <a:ea typeface="Microsoft Sans Serif"/>
                <a:cs typeface="Microsoft Sans Serif"/>
              </a:rPr>
              <a:t> OPEN FOR</a:t>
            </a:r>
            <a:endParaRPr lang="ru-RU" sz="2800">
              <a:solidFill>
                <a:schemeClr val="bg1"/>
              </a:solidFill>
              <a:latin typeface="Microsoft Sans Serif"/>
              <a:ea typeface="Microsoft Sans Serif"/>
              <a:cs typeface="Microsoft Sans Serif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A1FC721-05BD-46E2-B368-163C0E12E3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12492" y="47247"/>
            <a:ext cx="5254754" cy="5294647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US" sz="800" dirty="0">
                <a:latin typeface="Microsoft Sans Serif"/>
                <a:ea typeface="Microsoft Sans Serif"/>
                <a:cs typeface="Microsoft Sans Serif"/>
              </a:rPr>
              <a:t>CREATE OR REPLACE PROCEDURE </a:t>
            </a:r>
            <a:r>
              <a:rPr lang="en-US" sz="800" dirty="0" err="1">
                <a:latin typeface="Microsoft Sans Serif"/>
                <a:ea typeface="Microsoft Sans Serif"/>
                <a:cs typeface="Microsoft Sans Serif"/>
              </a:rPr>
              <a:t>showcol</a:t>
            </a:r>
            <a:r>
              <a:rPr lang="en-US" sz="800" dirty="0">
                <a:latin typeface="Microsoft Sans Serif"/>
                <a:ea typeface="Microsoft Sans Serif"/>
                <a:cs typeface="Microsoft Sans Serif"/>
              </a:rPr>
              <a:t> (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latin typeface="Microsoft Sans Serif"/>
                <a:ea typeface="Microsoft Sans Serif"/>
                <a:cs typeface="Microsoft Sans Serif"/>
              </a:rPr>
              <a:t>   tab IN VARCHAR2,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latin typeface="Microsoft Sans Serif"/>
                <a:ea typeface="Microsoft Sans Serif"/>
                <a:cs typeface="Microsoft Sans Serif"/>
              </a:rPr>
              <a:t>   col IN VARCHAR2,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latin typeface="Microsoft Sans Serif"/>
                <a:ea typeface="Microsoft Sans Serif"/>
                <a:cs typeface="Microsoft Sans Serif"/>
              </a:rPr>
              <a:t>   </a:t>
            </a:r>
            <a:r>
              <a:rPr lang="en-US" sz="800" dirty="0" err="1">
                <a:latin typeface="Microsoft Sans Serif"/>
                <a:ea typeface="Microsoft Sans Serif"/>
                <a:cs typeface="Microsoft Sans Serif"/>
              </a:rPr>
              <a:t>whr</a:t>
            </a:r>
            <a:r>
              <a:rPr lang="en-US" sz="800" dirty="0">
                <a:latin typeface="Microsoft Sans Serif"/>
                <a:ea typeface="Microsoft Sans Serif"/>
                <a:cs typeface="Microsoft Sans Serif"/>
              </a:rPr>
              <a:t> IN VARCHAR2 := NULL)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latin typeface="Microsoft Sans Serif"/>
                <a:ea typeface="Microsoft Sans Serif"/>
                <a:cs typeface="Microsoft Sans Serif"/>
              </a:rPr>
              <a:t>IS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latin typeface="Microsoft Sans Serif"/>
                <a:ea typeface="Microsoft Sans Serif"/>
                <a:cs typeface="Microsoft Sans Serif"/>
              </a:rPr>
              <a:t>   cv SYS_REFCURSOR; 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latin typeface="Microsoft Sans Serif"/>
                <a:ea typeface="Microsoft Sans Serif"/>
                <a:cs typeface="Microsoft Sans Serif"/>
              </a:rPr>
              <a:t>   </a:t>
            </a:r>
            <a:r>
              <a:rPr lang="en-US" sz="800" dirty="0" err="1">
                <a:latin typeface="Microsoft Sans Serif"/>
                <a:ea typeface="Microsoft Sans Serif"/>
                <a:cs typeface="Microsoft Sans Serif"/>
              </a:rPr>
              <a:t>val</a:t>
            </a:r>
            <a:r>
              <a:rPr lang="en-US" sz="800" dirty="0">
                <a:latin typeface="Microsoft Sans Serif"/>
                <a:ea typeface="Microsoft Sans Serif"/>
                <a:cs typeface="Microsoft Sans Serif"/>
              </a:rPr>
              <a:t> VARCHAR2(32767);  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latin typeface="Microsoft Sans Serif"/>
                <a:ea typeface="Microsoft Sans Serif"/>
                <a:cs typeface="Microsoft Sans Serif"/>
              </a:rPr>
              <a:t>BEGIN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latin typeface="Microsoft Sans Serif"/>
                <a:ea typeface="Microsoft Sans Serif"/>
                <a:cs typeface="Microsoft Sans Serif"/>
              </a:rPr>
              <a:t>   OPEN cv FOR 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latin typeface="Microsoft Sans Serif"/>
                <a:ea typeface="Microsoft Sans Serif"/>
                <a:cs typeface="Microsoft Sans Serif"/>
              </a:rPr>
              <a:t>      'SELECT ' || col || 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latin typeface="Microsoft Sans Serif"/>
                <a:ea typeface="Microsoft Sans Serif"/>
                <a:cs typeface="Microsoft Sans Serif"/>
              </a:rPr>
              <a:t>      '  FROM ' || tab ||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latin typeface="Microsoft Sans Serif"/>
                <a:ea typeface="Microsoft Sans Serif"/>
                <a:cs typeface="Microsoft Sans Serif"/>
              </a:rPr>
              <a:t>      ' WHERE ' || NVL (</a:t>
            </a:r>
            <a:r>
              <a:rPr lang="en-US" sz="800" dirty="0" err="1">
                <a:latin typeface="Microsoft Sans Serif"/>
                <a:ea typeface="Microsoft Sans Serif"/>
                <a:cs typeface="Microsoft Sans Serif"/>
              </a:rPr>
              <a:t>whr</a:t>
            </a:r>
            <a:r>
              <a:rPr lang="en-US" sz="800" dirty="0">
                <a:latin typeface="Microsoft Sans Serif"/>
                <a:ea typeface="Microsoft Sans Serif"/>
                <a:cs typeface="Microsoft Sans Serif"/>
              </a:rPr>
              <a:t>, '1 = 1');     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latin typeface="Microsoft Sans Serif"/>
                <a:ea typeface="Microsoft Sans Serif"/>
                <a:cs typeface="Microsoft Sans Serif"/>
              </a:rPr>
              <a:t>   LOOP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latin typeface="Microsoft Sans Serif"/>
                <a:ea typeface="Microsoft Sans Serif"/>
                <a:cs typeface="Microsoft Sans Serif"/>
              </a:rPr>
              <a:t>      FETCH cv INTO </a:t>
            </a:r>
            <a:r>
              <a:rPr lang="en-US" sz="800" dirty="0" err="1">
                <a:latin typeface="Microsoft Sans Serif"/>
                <a:ea typeface="Microsoft Sans Serif"/>
                <a:cs typeface="Microsoft Sans Serif"/>
              </a:rPr>
              <a:t>val</a:t>
            </a:r>
            <a:r>
              <a:rPr lang="en-US" sz="800" dirty="0">
                <a:latin typeface="Microsoft Sans Serif"/>
                <a:ea typeface="Microsoft Sans Serif"/>
                <a:cs typeface="Microsoft Sans Serif"/>
              </a:rPr>
              <a:t>;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latin typeface="Microsoft Sans Serif"/>
                <a:ea typeface="Microsoft Sans Serif"/>
                <a:cs typeface="Microsoft Sans Serif"/>
              </a:rPr>
              <a:t>      EXIT WHEN </a:t>
            </a:r>
            <a:r>
              <a:rPr lang="en-US" sz="800" dirty="0" err="1">
                <a:latin typeface="Microsoft Sans Serif"/>
                <a:ea typeface="Microsoft Sans Serif"/>
                <a:cs typeface="Microsoft Sans Serif"/>
              </a:rPr>
              <a:t>cv%NOTFOUND</a:t>
            </a:r>
            <a:r>
              <a:rPr lang="en-US" sz="800" dirty="0">
                <a:latin typeface="Microsoft Sans Serif"/>
                <a:ea typeface="Microsoft Sans Serif"/>
                <a:cs typeface="Microsoft Sans Serif"/>
              </a:rPr>
              <a:t>;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latin typeface="Microsoft Sans Serif"/>
                <a:ea typeface="Microsoft Sans Serif"/>
                <a:cs typeface="Microsoft Sans Serif"/>
              </a:rPr>
              <a:t>      IF </a:t>
            </a:r>
            <a:r>
              <a:rPr lang="en-US" sz="800" dirty="0" err="1">
                <a:latin typeface="Microsoft Sans Serif"/>
                <a:ea typeface="Microsoft Sans Serif"/>
                <a:cs typeface="Microsoft Sans Serif"/>
              </a:rPr>
              <a:t>cv%ROWCOUNT</a:t>
            </a:r>
            <a:r>
              <a:rPr lang="en-US" sz="800" dirty="0">
                <a:latin typeface="Microsoft Sans Serif"/>
                <a:ea typeface="Microsoft Sans Serif"/>
                <a:cs typeface="Microsoft Sans Serif"/>
              </a:rPr>
              <a:t> = 1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latin typeface="Microsoft Sans Serif"/>
                <a:ea typeface="Microsoft Sans Serif"/>
                <a:cs typeface="Microsoft Sans Serif"/>
              </a:rPr>
              <a:t>      THEN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latin typeface="Microsoft Sans Serif"/>
                <a:ea typeface="Microsoft Sans Serif"/>
                <a:cs typeface="Microsoft Sans Serif"/>
              </a:rPr>
              <a:t>         DBMS_OUTPUT.PUT_LINE (RPAD ('-', 60, '-'));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latin typeface="Microsoft Sans Serif"/>
                <a:ea typeface="Microsoft Sans Serif"/>
                <a:cs typeface="Microsoft Sans Serif"/>
              </a:rPr>
              <a:t>         DBMS_OUTPUT.PUT_LINE (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latin typeface="Microsoft Sans Serif"/>
                <a:ea typeface="Microsoft Sans Serif"/>
                <a:cs typeface="Microsoft Sans Serif"/>
              </a:rPr>
              <a:t>            'Contents of ' || UPPER (tab) || '.' || UPPER (col));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latin typeface="Microsoft Sans Serif"/>
                <a:ea typeface="Microsoft Sans Serif"/>
                <a:cs typeface="Microsoft Sans Serif"/>
              </a:rPr>
              <a:t>         DBMS_OUTPUT.PUT_LINE (RPAD ('-', 60, '-'));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latin typeface="Microsoft Sans Serif"/>
                <a:ea typeface="Microsoft Sans Serif"/>
                <a:cs typeface="Microsoft Sans Serif"/>
              </a:rPr>
              <a:t>      END IF;      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latin typeface="Microsoft Sans Serif"/>
                <a:ea typeface="Microsoft Sans Serif"/>
                <a:cs typeface="Microsoft Sans Serif"/>
              </a:rPr>
              <a:t>      DBMS_OUTPUT.PUT_LINE (</a:t>
            </a:r>
            <a:r>
              <a:rPr lang="en-US" sz="800" dirty="0" err="1">
                <a:latin typeface="Microsoft Sans Serif"/>
                <a:ea typeface="Microsoft Sans Serif"/>
                <a:cs typeface="Microsoft Sans Serif"/>
              </a:rPr>
              <a:t>val</a:t>
            </a:r>
            <a:r>
              <a:rPr lang="en-US" sz="800" dirty="0">
                <a:latin typeface="Microsoft Sans Serif"/>
                <a:ea typeface="Microsoft Sans Serif"/>
                <a:cs typeface="Microsoft Sans Serif"/>
              </a:rPr>
              <a:t>);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latin typeface="Microsoft Sans Serif"/>
                <a:ea typeface="Microsoft Sans Serif"/>
                <a:cs typeface="Microsoft Sans Serif"/>
              </a:rPr>
              <a:t>   END LOOP;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latin typeface="Microsoft Sans Serif"/>
                <a:ea typeface="Microsoft Sans Serif"/>
                <a:cs typeface="Microsoft Sans Serif"/>
              </a:rPr>
              <a:t>   CLOSE cv;</a:t>
            </a:r>
          </a:p>
          <a:p>
            <a:pPr>
              <a:lnSpc>
                <a:spcPct val="100000"/>
              </a:lnSpc>
            </a:pPr>
            <a:r>
              <a:rPr lang="en-US" sz="800" dirty="0">
                <a:latin typeface="Microsoft Sans Serif"/>
                <a:ea typeface="Microsoft Sans Serif"/>
                <a:cs typeface="Microsoft Sans Serif"/>
              </a:rPr>
              <a:t>END;</a:t>
            </a:r>
          </a:p>
        </p:txBody>
      </p:sp>
    </p:spTree>
    <p:extLst>
      <p:ext uri="{BB962C8B-B14F-4D97-AF65-F5344CB8AC3E}">
        <p14:creationId xmlns:p14="http://schemas.microsoft.com/office/powerpoint/2010/main" val="31229151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12B878A-27AB-4950-B197-0029E22389AD}"/>
              </a:ext>
            </a:extLst>
          </p:cNvPr>
          <p:cNvSpPr txBox="1"/>
          <p:nvPr/>
        </p:nvSpPr>
        <p:spPr>
          <a:xfrm>
            <a:off x="308975" y="789140"/>
            <a:ext cx="11292212" cy="34778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sz="2000" dirty="0">
                <a:latin typeface="Microsoft Sans Serif"/>
                <a:ea typeface="Microsoft Sans Serif"/>
                <a:cs typeface="Microsoft Sans Serif"/>
              </a:rPr>
              <a:t>Данная хранимая процедура позволяет нам в дальнейшем вызывать ее для выборки определенных элементов таблицы, обходя написание </a:t>
            </a:r>
            <a:r>
              <a:rPr lang="ru-RU" sz="2000" dirty="0" err="1">
                <a:latin typeface="Microsoft Sans Serif"/>
                <a:ea typeface="Microsoft Sans Serif"/>
                <a:cs typeface="Microsoft Sans Serif"/>
              </a:rPr>
              <a:t>sql</a:t>
            </a:r>
            <a:r>
              <a:rPr lang="ru-RU" sz="2000" dirty="0">
                <a:latin typeface="Microsoft Sans Serif"/>
                <a:ea typeface="Microsoft Sans Serif"/>
                <a:cs typeface="Microsoft Sans Serif"/>
              </a:rPr>
              <a:t> команд это должно выглядеть примерно так:</a:t>
            </a:r>
          </a:p>
          <a:p>
            <a:endParaRPr lang="ru-RU" sz="2000" dirty="0">
              <a:latin typeface="Microsoft Sans Serif"/>
              <a:ea typeface="Microsoft Sans Serif"/>
              <a:cs typeface="Microsoft Sans Serif"/>
            </a:endParaRPr>
          </a:p>
          <a:p>
            <a:r>
              <a:rPr lang="ru-RU" sz="2000" dirty="0" err="1">
                <a:latin typeface="Microsoft Sans Serif"/>
                <a:ea typeface="+mn-lt"/>
                <a:cs typeface="+mn-lt"/>
              </a:rPr>
              <a:t>exec</a:t>
            </a:r>
            <a:r>
              <a:rPr lang="ru-RU" sz="2000" dirty="0">
                <a:latin typeface="Microsoft Sans Serif"/>
                <a:ea typeface="+mn-lt"/>
                <a:cs typeface="+mn-lt"/>
              </a:rPr>
              <a:t> </a:t>
            </a:r>
            <a:r>
              <a:rPr lang="ru-RU" sz="2000" dirty="0" err="1">
                <a:latin typeface="Microsoft Sans Serif"/>
                <a:ea typeface="+mn-lt"/>
                <a:cs typeface="+mn-lt"/>
              </a:rPr>
              <a:t>showcol</a:t>
            </a:r>
            <a:r>
              <a:rPr lang="ru-RU" sz="2000" dirty="0">
                <a:latin typeface="Microsoft Sans Serif"/>
                <a:ea typeface="+mn-lt"/>
                <a:cs typeface="+mn-lt"/>
              </a:rPr>
              <a:t> ('tasks1', '</a:t>
            </a:r>
            <a:r>
              <a:rPr lang="ru-RU" sz="2000" dirty="0" err="1">
                <a:latin typeface="Microsoft Sans Serif"/>
                <a:ea typeface="+mn-lt"/>
                <a:cs typeface="+mn-lt"/>
              </a:rPr>
              <a:t>task_id</a:t>
            </a:r>
            <a:r>
              <a:rPr lang="ru-RU" sz="2000" dirty="0">
                <a:latin typeface="Microsoft Sans Serif"/>
                <a:ea typeface="+mn-lt"/>
                <a:cs typeface="+mn-lt"/>
              </a:rPr>
              <a:t>', '</a:t>
            </a:r>
            <a:r>
              <a:rPr lang="ru-RU" sz="2000" dirty="0" err="1">
                <a:latin typeface="Microsoft Sans Serif"/>
                <a:ea typeface="+mn-lt"/>
                <a:cs typeface="+mn-lt"/>
              </a:rPr>
              <a:t>task_id</a:t>
            </a:r>
            <a:r>
              <a:rPr lang="ru-RU" sz="2000" dirty="0">
                <a:latin typeface="Microsoft Sans Serif"/>
                <a:ea typeface="+mn-lt"/>
                <a:cs typeface="+mn-lt"/>
              </a:rPr>
              <a:t>=10')</a:t>
            </a:r>
          </a:p>
          <a:p>
            <a:endParaRPr lang="ru-RU" sz="2000" dirty="0">
              <a:latin typeface="Microsoft Sans Serif"/>
              <a:ea typeface="Microsoft Sans Serif"/>
              <a:cs typeface="Microsoft Sans Serif"/>
            </a:endParaRPr>
          </a:p>
          <a:p>
            <a:endParaRPr lang="ru-RU" sz="2000" dirty="0">
              <a:latin typeface="Microsoft Sans Serif"/>
              <a:ea typeface="Microsoft Sans Serif"/>
              <a:cs typeface="Microsoft Sans Serif"/>
            </a:endParaRPr>
          </a:p>
          <a:p>
            <a:r>
              <a:rPr lang="ru-RU" sz="2000" dirty="0">
                <a:latin typeface="Microsoft Sans Serif"/>
                <a:ea typeface="+mn-lt"/>
                <a:cs typeface="+mn-lt"/>
              </a:rPr>
              <a:t>------------------------------------------------------------</a:t>
            </a:r>
            <a:endParaRPr lang="ru-RU" sz="2000" dirty="0">
              <a:latin typeface="Microsoft Sans Serif"/>
              <a:ea typeface="Microsoft Sans Serif"/>
              <a:cs typeface="Microsoft Sans Serif"/>
            </a:endParaRPr>
          </a:p>
          <a:p>
            <a:r>
              <a:rPr lang="ru-RU" sz="2000" dirty="0" err="1">
                <a:latin typeface="Microsoft Sans Serif"/>
                <a:ea typeface="+mn-lt"/>
                <a:cs typeface="+mn-lt"/>
              </a:rPr>
              <a:t>Contents</a:t>
            </a:r>
            <a:r>
              <a:rPr lang="ru-RU" sz="2000" dirty="0">
                <a:latin typeface="Microsoft Sans Serif"/>
                <a:ea typeface="+mn-lt"/>
                <a:cs typeface="+mn-lt"/>
              </a:rPr>
              <a:t> </a:t>
            </a:r>
            <a:r>
              <a:rPr lang="ru-RU" sz="2000" dirty="0" err="1">
                <a:latin typeface="Microsoft Sans Serif"/>
                <a:ea typeface="+mn-lt"/>
                <a:cs typeface="+mn-lt"/>
              </a:rPr>
              <a:t>of</a:t>
            </a:r>
            <a:r>
              <a:rPr lang="ru-RU" sz="2000" dirty="0">
                <a:latin typeface="Microsoft Sans Serif"/>
                <a:ea typeface="+mn-lt"/>
                <a:cs typeface="+mn-lt"/>
              </a:rPr>
              <a:t> TASKS1.TASK_ID</a:t>
            </a:r>
            <a:endParaRPr lang="ru-RU" sz="2000" dirty="0">
              <a:latin typeface="Microsoft Sans Serif"/>
              <a:ea typeface="Microsoft Sans Serif"/>
              <a:cs typeface="Microsoft Sans Serif"/>
            </a:endParaRPr>
          </a:p>
          <a:p>
            <a:r>
              <a:rPr lang="ru-RU" sz="2000" dirty="0">
                <a:latin typeface="Microsoft Sans Serif"/>
                <a:ea typeface="+mn-lt"/>
                <a:cs typeface="+mn-lt"/>
              </a:rPr>
              <a:t>------------------------------------------------------------</a:t>
            </a:r>
            <a:endParaRPr lang="ru-RU" sz="2000" dirty="0">
              <a:latin typeface="Microsoft Sans Serif"/>
              <a:ea typeface="Microsoft Sans Serif"/>
              <a:cs typeface="Microsoft Sans Serif"/>
            </a:endParaRPr>
          </a:p>
          <a:p>
            <a:r>
              <a:rPr lang="ru-RU" sz="2000" dirty="0">
                <a:latin typeface="Microsoft Sans Serif"/>
                <a:ea typeface="+mn-lt"/>
                <a:cs typeface="+mn-lt"/>
              </a:rPr>
              <a:t>10</a:t>
            </a:r>
            <a:endParaRPr lang="ru-RU" sz="2000">
              <a:latin typeface="Microsoft Sans Serif"/>
              <a:ea typeface="Microsoft Sans Serif"/>
              <a:cs typeface="Microsoft Sans Serif"/>
            </a:endParaRPr>
          </a:p>
        </p:txBody>
      </p:sp>
      <p:pic>
        <p:nvPicPr>
          <p:cNvPr id="3" name="Рисунок 3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E59319D7-8C12-453A-A2C1-0F0574F800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9468" y="1404873"/>
            <a:ext cx="6928981" cy="3891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95874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43CAA20-3569-4189-9E48-239A229A8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F3202B-58FE-44F6-B05E-5AC586B28D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451381"/>
            <a:ext cx="10512552" cy="1269061"/>
          </a:xfrm>
        </p:spPr>
        <p:txBody>
          <a:bodyPr anchor="b">
            <a:normAutofit fontScale="90000"/>
          </a:bodyPr>
          <a:lstStyle/>
          <a:p>
            <a:r>
              <a:rPr lang="ru-RU">
                <a:solidFill>
                  <a:srgbClr val="CC2BE5"/>
                </a:solidFill>
              </a:rPr>
              <a:t>Источники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B5734B0-57A5-4F2E-8F20-CA3429E8D8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199" y="1726509"/>
            <a:ext cx="10512552" cy="1126680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ru-RU" sz="1600" dirty="0">
                <a:latin typeface="Microsoft Sans Serif"/>
                <a:ea typeface="+mn-lt"/>
                <a:cs typeface="+mn-lt"/>
                <a:hlinkClick r:id="rId2"/>
              </a:rPr>
              <a:t>https://oracleplsql.ru/dynamic-sql.html</a:t>
            </a:r>
            <a:endParaRPr lang="ru-RU" sz="1600">
              <a:latin typeface="Microsoft Sans Serif"/>
              <a:ea typeface="+mn-lt"/>
              <a:cs typeface="+mn-lt"/>
            </a:endParaRPr>
          </a:p>
          <a:p>
            <a:pPr>
              <a:lnSpc>
                <a:spcPct val="100000"/>
              </a:lnSpc>
            </a:pPr>
            <a:r>
              <a:rPr lang="ru-RU" sz="1600" dirty="0">
                <a:latin typeface="Microsoft Sans Serif"/>
                <a:ea typeface="+mn-lt"/>
                <a:cs typeface="+mn-lt"/>
                <a:hlinkClick r:id="rId3"/>
              </a:rPr>
              <a:t>https://oracle-patches.com/db/sql/%D0%B4%D0%B8%D0%BD%D0%B0%D0%BC%D0%B8%D1%87%D0%B5%D1%81%D0%BA%D0%B8%D0%B9-sql-%D0%B8-nds-%D0%BA%D0%BE%D0%BC%D0%B0%D0%BD%D0%B4%D1%8B-pl-sql#:~:text=%D0%A2%D0%B5%D1%80%D0%BC%D0%B8%D0%BD%D0%BE%D0%BC%20%C2%AB%D0%B4%D0%B8%D0%BD%D0%B0%D0%BC%D0%B8%D1%87%D0%B5%D1%81%D0%BA%D0%B8%D0%B9%20SQL%C2%BB%20%D0%BE%D0%B1%D0%BE%D0%B7%D0%BD%D0%B0%D1%87%D0%B0%D1%8E%D1%82%D1%81%D1%8F%20%D0%BA%D0%BE%D0%BC%D0%B0%D0%BD%D0%B4%D1%8B,%D0%B0%20%D0%B7%D0%B0%D1%82%D0%B5%D0%BC%20%D0%BA%D0%BE%D0%BC%D0%BF%D0%B8%D0%BB%D0%B8%D1%80%D1%83%D1%8E%D1%82%D1%81%D1%8F%20%D0%B8%20%D0%B2%D1%8B%D0%BF%D0%BE%D0%BB%D0%BD%D1%8F%D1%8E%D1%82%D1%81%D1%8F</a:t>
            </a:r>
            <a:endParaRPr lang="ru-RU" sz="1600" dirty="0">
              <a:latin typeface="Microsoft Sans Serif"/>
              <a:ea typeface="+mn-lt"/>
              <a:cs typeface="+mn-lt"/>
            </a:endParaRPr>
          </a:p>
          <a:p>
            <a:pPr>
              <a:lnSpc>
                <a:spcPct val="100000"/>
              </a:lnSpc>
            </a:pPr>
            <a:endParaRPr lang="ru-RU" sz="1100"/>
          </a:p>
        </p:txBody>
      </p:sp>
      <p:sp>
        <p:nvSpPr>
          <p:cNvPr id="10" name="Rectangle 6">
            <a:extLst>
              <a:ext uri="{FF2B5EF4-FFF2-40B4-BE49-F238E27FC236}">
                <a16:creationId xmlns:a16="http://schemas.microsoft.com/office/drawing/2014/main" id="{DA542B6D-E775-4832-91DC-2D20F85781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4736883"/>
            <a:ext cx="4243589" cy="27432"/>
          </a:xfrm>
          <a:custGeom>
            <a:avLst/>
            <a:gdLst>
              <a:gd name="connsiteX0" fmla="*/ 0 w 4243589"/>
              <a:gd name="connsiteY0" fmla="*/ 0 h 27432"/>
              <a:gd name="connsiteX1" fmla="*/ 563791 w 4243589"/>
              <a:gd name="connsiteY1" fmla="*/ 0 h 27432"/>
              <a:gd name="connsiteX2" fmla="*/ 1042710 w 4243589"/>
              <a:gd name="connsiteY2" fmla="*/ 0 h 27432"/>
              <a:gd name="connsiteX3" fmla="*/ 1564066 w 4243589"/>
              <a:gd name="connsiteY3" fmla="*/ 0 h 27432"/>
              <a:gd name="connsiteX4" fmla="*/ 2212729 w 4243589"/>
              <a:gd name="connsiteY4" fmla="*/ 0 h 27432"/>
              <a:gd name="connsiteX5" fmla="*/ 2776520 w 4243589"/>
              <a:gd name="connsiteY5" fmla="*/ 0 h 27432"/>
              <a:gd name="connsiteX6" fmla="*/ 3297875 w 4243589"/>
              <a:gd name="connsiteY6" fmla="*/ 0 h 27432"/>
              <a:gd name="connsiteX7" fmla="*/ 4243589 w 4243589"/>
              <a:gd name="connsiteY7" fmla="*/ 0 h 27432"/>
              <a:gd name="connsiteX8" fmla="*/ 4243589 w 4243589"/>
              <a:gd name="connsiteY8" fmla="*/ 27432 h 27432"/>
              <a:gd name="connsiteX9" fmla="*/ 3637362 w 4243589"/>
              <a:gd name="connsiteY9" fmla="*/ 27432 h 27432"/>
              <a:gd name="connsiteX10" fmla="*/ 3116007 w 4243589"/>
              <a:gd name="connsiteY10" fmla="*/ 27432 h 27432"/>
              <a:gd name="connsiteX11" fmla="*/ 2424908 w 4243589"/>
              <a:gd name="connsiteY11" fmla="*/ 27432 h 27432"/>
              <a:gd name="connsiteX12" fmla="*/ 1861117 w 4243589"/>
              <a:gd name="connsiteY12" fmla="*/ 27432 h 27432"/>
              <a:gd name="connsiteX13" fmla="*/ 1382198 w 4243589"/>
              <a:gd name="connsiteY13" fmla="*/ 27432 h 27432"/>
              <a:gd name="connsiteX14" fmla="*/ 733535 w 4243589"/>
              <a:gd name="connsiteY14" fmla="*/ 27432 h 27432"/>
              <a:gd name="connsiteX15" fmla="*/ 0 w 4243589"/>
              <a:gd name="connsiteY15" fmla="*/ 27432 h 27432"/>
              <a:gd name="connsiteX16" fmla="*/ 0 w 4243589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rgbClr val="CC2BE5"/>
          </a:solidFill>
          <a:ln w="38100" cap="rnd">
            <a:solidFill>
              <a:srgbClr val="CC2BE5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4260544"/>
      </p:ext>
    </p:extLst>
  </p:cSld>
  <p:clrMapOvr>
    <a:masterClrMapping/>
  </p:clrMapOvr>
</p:sld>
</file>

<file path=ppt/theme/theme1.xml><?xml version="1.0" encoding="utf-8"?>
<a:theme xmlns:a="http://schemas.openxmlformats.org/drawingml/2006/main" name="SketchyVTI">
  <a:themeElements>
    <a:clrScheme name="AnalogousFromDarkSeedLeftStep">
      <a:dk1>
        <a:srgbClr val="000000"/>
      </a:dk1>
      <a:lt1>
        <a:srgbClr val="FFFFFF"/>
      </a:lt1>
      <a:dk2>
        <a:srgbClr val="1C2431"/>
      </a:dk2>
      <a:lt2>
        <a:srgbClr val="F1F3F0"/>
      </a:lt2>
      <a:accent1>
        <a:srgbClr val="CC2BE5"/>
      </a:accent1>
      <a:accent2>
        <a:srgbClr val="6E1BD4"/>
      </a:accent2>
      <a:accent3>
        <a:srgbClr val="312BE5"/>
      </a:accent3>
      <a:accent4>
        <a:srgbClr val="1961D3"/>
      </a:accent4>
      <a:accent5>
        <a:srgbClr val="29BADE"/>
      </a:accent5>
      <a:accent6>
        <a:srgbClr val="17C29D"/>
      </a:accent6>
      <a:hlink>
        <a:srgbClr val="3F90BF"/>
      </a:hlink>
      <a:folHlink>
        <a:srgbClr val="7F7F7F"/>
      </a:folHlink>
    </a:clrScheme>
    <a:fontScheme name="Custom 2">
      <a:majorFont>
        <a:latin typeface="The Serif Hand Black"/>
        <a:ea typeface=""/>
        <a:cs typeface=""/>
      </a:majorFont>
      <a:minorFont>
        <a:latin typeface="The Hand Bol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ketchyVTI" id="{A6D2C935-A6E4-4DD9-BCC5-5AE2504DB8EA}" vid="{F0754072-50B6-4C01-B911-67246C9F58D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Широкоэкранный</PresentationFormat>
  <Paragraphs>0</Paragraphs>
  <Slides>15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16" baseType="lpstr">
      <vt:lpstr>SketchyVTI</vt:lpstr>
      <vt:lpstr>Динамический SQL</vt:lpstr>
      <vt:lpstr>Презентация PowerPoint</vt:lpstr>
      <vt:lpstr>Используемые пакеты</vt:lpstr>
      <vt:lpstr>Команды NDS в PL/SQL </vt:lpstr>
      <vt:lpstr>Синтаксис</vt:lpstr>
      <vt:lpstr>Примеры</vt:lpstr>
      <vt:lpstr>Примеры</vt:lpstr>
      <vt:lpstr>Презентация PowerPoint</vt:lpstr>
      <vt:lpstr>Ввод данных в блоке PL/sql</vt:lpstr>
      <vt:lpstr>Презентация PowerPoint</vt:lpstr>
      <vt:lpstr>Презентация PowerPoint</vt:lpstr>
      <vt:lpstr>OPEN FOR</vt:lpstr>
      <vt:lpstr>Презентация PowerPoint</vt:lpstr>
      <vt:lpstr>Презентация PowerPoint</vt:lpstr>
      <vt:lpstr>Источники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/>
  <cp:lastModifiedBy/>
  <cp:revision>307</cp:revision>
  <dcterms:created xsi:type="dcterms:W3CDTF">2022-02-20T20:20:26Z</dcterms:created>
  <dcterms:modified xsi:type="dcterms:W3CDTF">2022-02-21T14:15:24Z</dcterms:modified>
</cp:coreProperties>
</file>