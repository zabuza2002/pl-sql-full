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1pPr>
    <a:lvl2pPr marL="0" marR="0" indent="4572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2pPr>
    <a:lvl3pPr marL="0" marR="0" indent="9144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3pPr>
    <a:lvl4pPr marL="0" marR="0" indent="13716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4pPr>
    <a:lvl5pPr marL="0" marR="0" indent="18288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5pPr>
    <a:lvl6pPr marL="0" marR="0" indent="22860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6pPr>
    <a:lvl7pPr marL="0" marR="0" indent="27432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7pPr>
    <a:lvl8pPr marL="0" marR="0" indent="32004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8pPr>
    <a:lvl9pPr marL="0" marR="0" indent="365760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Avenir Next Regular"/>
          <a:ea typeface="Avenir Next Regular"/>
          <a:cs typeface="Avenir Next Regular"/>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A9A9A9"/>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b="def" i="def"/>
      <a:tcStyle>
        <a:tcBdr/>
        <a:fill>
          <a:solidFill>
            <a:srgbClr val="A9A9A9"/>
          </a:solidFill>
        </a:fill>
      </a:tcStyle>
    </a:band2H>
    <a:firstCol>
      <a:tcTxStyle b="on" i="off">
        <a:fontRef idx="minor">
          <a:srgbClr val="000000"/>
        </a:fontRef>
        <a:srgbClr val="000000"/>
      </a:tcTxStyle>
      <a:tcStyle>
        <a:tcBdr>
          <a:left>
            <a:ln w="12700" cap="flat">
              <a:solidFill>
                <a:srgbClr val="A9A9A9"/>
              </a:solidFill>
              <a:prstDash val="solid"/>
              <a:miter lim="400000"/>
            </a:ln>
          </a:left>
          <a:right>
            <a:ln w="254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
          <a:latin typeface="Avenir Next Regular"/>
          <a:ea typeface="Avenir Next Regular"/>
          <a:cs typeface="Avenir Next Regular"/>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00A1FF"/>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b="def" i="def"/>
      <a:tcStyle>
        <a:tcBdr/>
        <a:fill>
          <a:solidFill>
            <a:srgbClr val="A9A9A9"/>
          </a:solidFill>
        </a:fill>
      </a:tcStyle>
    </a:band2H>
    <a:firstCol>
      <a:tcTxStyle b="off" i="off">
        <a:font>
          <a:latin typeface="Avenir Next Medium"/>
          <a:ea typeface="Avenir Next Medium"/>
          <a:cs typeface="Avenir Next Medium"/>
        </a:font>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13B100"/>
          </a:solidFill>
        </a:fill>
      </a:tcStyle>
    </a:firstCol>
    <a:lastRow>
      <a:tcTxStyle b="off" i="off">
        <a:font>
          <a:latin typeface="Avenir Next Regular"/>
          <a:ea typeface="Avenir Next Regular"/>
          <a:cs typeface="Avenir Next Regular"/>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Avenir Next Medium"/>
          <a:ea typeface="Avenir Next Medium"/>
          <a:cs typeface="Avenir Next Medium"/>
        </a:font>
        <a:srgbClr val="FFFFFF"/>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solidFill>
            <a:schemeClr val="accent3">
              <a:hueOff val="552055"/>
              <a:lumOff val="-12548"/>
            </a:schemeClr>
          </a:solidFill>
        </a:fill>
      </a:tcStyle>
    </a:firstRow>
  </a:tblStyle>
  <a:tblStyle styleId="{CF821DB8-F4EB-4A41-A1BA-3FCAFE7338EE}"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b="def" i="def"/>
      <a:tcStyle>
        <a:tcBdr/>
        <a:fill>
          <a:solidFill>
            <a:srgbClr val="A9A9A9"/>
          </a:solidFill>
        </a:fill>
      </a:tcStyle>
    </a:band2H>
    <a:firstCol>
      <a:tcTxStyle b="off" i="off">
        <a:font>
          <a:latin typeface="Avenir Next Medium"/>
          <a:ea typeface="Avenir Next Medium"/>
          <a:cs typeface="Avenir Next Medium"/>
        </a:font>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Avenir Next Medium"/>
          <a:ea typeface="Avenir Next Medium"/>
          <a:cs typeface="Avenir Next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b="def" i="def"/>
      <a:tcStyle>
        <a:tcBdr/>
        <a:fill>
          <a:solidFill>
            <a:srgbClr val="A9A9A9"/>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9A9A9"/>
              </a:solidFill>
              <a:prstDash val="solid"/>
              <a:miter lim="400000"/>
            </a:ln>
          </a:top>
          <a:bottom>
            <a:ln w="381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
          <a:latin typeface="Avenir Next Regular"/>
          <a:ea typeface="Avenir Next Regular"/>
          <a:cs typeface="Avenir Next Regular"/>
        </a:font>
        <a:srgbClr val="000000"/>
      </a:tcTxStyle>
      <a:tcStyle>
        <a:tcBdr>
          <a:left>
            <a:ln w="12700" cap="flat">
              <a:solidFill>
                <a:srgbClr val="C8C8C8"/>
              </a:solidFill>
              <a:prstDash val="solid"/>
              <a:miter lim="400000"/>
            </a:ln>
          </a:left>
          <a:right>
            <a:ln w="12700" cap="flat">
              <a:solidFill>
                <a:srgbClr val="C8C8C8"/>
              </a:solidFill>
              <a:prstDash val="solid"/>
              <a:miter lim="400000"/>
            </a:ln>
          </a:right>
          <a:top>
            <a:ln w="12700" cap="flat">
              <a:solidFill>
                <a:srgbClr val="C8C8C8"/>
              </a:solidFill>
              <a:prstDash val="solid"/>
              <a:miter lim="400000"/>
            </a:ln>
          </a:top>
          <a:bottom>
            <a:ln w="12700" cap="flat">
              <a:solidFill>
                <a:srgbClr val="C8C8C8"/>
              </a:solidFill>
              <a:prstDash val="solid"/>
              <a:miter lim="400000"/>
            </a:ln>
          </a:bottom>
          <a:insideH>
            <a:ln w="12700" cap="flat">
              <a:solidFill>
                <a:srgbClr val="C8C8C8"/>
              </a:solidFill>
              <a:prstDash val="solid"/>
              <a:miter lim="400000"/>
            </a:ln>
          </a:insideH>
          <a:insideV>
            <a:ln w="12700" cap="flat">
              <a:solidFill>
                <a:srgbClr val="C8C8C8"/>
              </a:solidFill>
              <a:prstDash val="solid"/>
              <a:miter lim="400000"/>
            </a:ln>
          </a:insideV>
        </a:tcBdr>
        <a:fill>
          <a:noFill/>
        </a:fill>
      </a:tcStyle>
    </a:wholeTbl>
    <a:band2H>
      <a:tcTxStyle b="def" i="def"/>
      <a:tcStyle>
        <a:tcBdr/>
        <a:fill>
          <a:solidFill>
            <a:srgbClr val="A9A9A9"/>
          </a:solidFill>
        </a:fill>
      </a:tcStyle>
    </a:band2H>
    <a:firstCol>
      <a:tcTxStyle b="on" i="off">
        <a:fontRef idx="minor">
          <a:srgbClr val="000000"/>
        </a:fontRef>
        <a:srgbClr val="000000"/>
      </a:tcTxStyle>
      <a:tcStyle>
        <a:tcBdr>
          <a:left>
            <a:ln w="12700" cap="flat">
              <a:solidFill>
                <a:srgbClr val="A9A9A9"/>
              </a:solidFill>
              <a:prstDash val="solid"/>
              <a:miter lim="400000"/>
            </a:ln>
          </a:left>
          <a:right>
            <a:ln w="381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n" i="off">
        <a:fontRef idx="minor">
          <a:srgbClr val="000000"/>
        </a:fontRef>
        <a:srgbClr val="000000"/>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64646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8" name="Shape 148"/>
          <p:cNvSpPr/>
          <p:nvPr>
            <p:ph type="sldImg"/>
          </p:nvPr>
        </p:nvSpPr>
        <p:spPr>
          <a:xfrm>
            <a:off x="1143000" y="685800"/>
            <a:ext cx="4572000" cy="3429000"/>
          </a:xfrm>
          <a:prstGeom prst="rect">
            <a:avLst/>
          </a:prstGeom>
        </p:spPr>
        <p:txBody>
          <a:bodyPr/>
          <a:lstStyle/>
          <a:p>
            <a:pPr/>
          </a:p>
        </p:txBody>
      </p:sp>
      <p:sp>
        <p:nvSpPr>
          <p:cNvPr id="149" name="Shape 1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Заголовок">
    <p:spTree>
      <p:nvGrpSpPr>
        <p:cNvPr id="1" name=""/>
        <p:cNvGrpSpPr/>
        <p:nvPr/>
      </p:nvGrpSpPr>
      <p:grpSpPr>
        <a:xfrm>
          <a:off x="0" y="0"/>
          <a:ext cx="0" cy="0"/>
          <a:chOff x="0" y="0"/>
          <a:chExt cx="0" cy="0"/>
        </a:xfrm>
      </p:grpSpPr>
      <p:sp>
        <p:nvSpPr>
          <p:cNvPr id="11" name="Заголовок презентации"/>
          <p:cNvSpPr txBox="1"/>
          <p:nvPr>
            <p:ph type="title" hasCustomPrompt="1"/>
          </p:nvPr>
        </p:nvSpPr>
        <p:spPr>
          <a:xfrm>
            <a:off x="1270000" y="3289300"/>
            <a:ext cx="21844000" cy="3879454"/>
          </a:xfrm>
          <a:prstGeom prst="rect">
            <a:avLst/>
          </a:prstGeom>
        </p:spPr>
        <p:txBody>
          <a:bodyPr/>
          <a:lstStyle>
            <a:lvl1pPr defTabSz="2438338">
              <a:lnSpc>
                <a:spcPct val="90000"/>
              </a:lnSpc>
              <a:defRPr spc="-348" sz="11600">
                <a:gradFill flip="none" rotWithShape="1">
                  <a:gsLst>
                    <a:gs pos="0">
                      <a:srgbClr val="1E98FD"/>
                    </a:gs>
                    <a:gs pos="100000">
                      <a:srgbClr val="FF00F7"/>
                    </a:gs>
                  </a:gsLst>
                  <a:lin ang="3960000" scaled="0"/>
                </a:gradFill>
              </a:defRPr>
            </a:lvl1pPr>
          </a:lstStyle>
          <a:p>
            <a:pPr/>
            <a:r>
              <a:t>Заголовок презентации</a:t>
            </a:r>
          </a:p>
        </p:txBody>
      </p:sp>
      <p:sp>
        <p:nvSpPr>
          <p:cNvPr id="12" name="Автор и дата"/>
          <p:cNvSpPr txBox="1"/>
          <p:nvPr>
            <p:ph type="body" sz="quarter" idx="21" hasCustomPrompt="1"/>
          </p:nvPr>
        </p:nvSpPr>
        <p:spPr>
          <a:xfrm>
            <a:off x="1270000" y="12160429"/>
            <a:ext cx="21844000" cy="694056"/>
          </a:xfrm>
          <a:prstGeom prst="rect">
            <a:avLst/>
          </a:prstGeom>
        </p:spPr>
        <p:txBody>
          <a:bodyPr/>
          <a:lstStyle>
            <a:lvl1pPr marL="0" indent="0" algn="ctr" defTabSz="808990">
              <a:spcBef>
                <a:spcPts val="0"/>
              </a:spcBef>
              <a:buClrTx/>
              <a:buSzTx/>
              <a:buNone/>
              <a:defRPr sz="3430">
                <a:latin typeface="Avenir Next Medium"/>
                <a:ea typeface="Avenir Next Medium"/>
                <a:cs typeface="Avenir Next Medium"/>
                <a:sym typeface="Avenir Next Medium"/>
              </a:defRPr>
            </a:lvl1pPr>
          </a:lstStyle>
          <a:p>
            <a:pPr/>
            <a:r>
              <a:t>Автор и дата</a:t>
            </a:r>
          </a:p>
        </p:txBody>
      </p:sp>
      <p:sp>
        <p:nvSpPr>
          <p:cNvPr id="13" name="Уровень текста 1…"/>
          <p:cNvSpPr txBox="1"/>
          <p:nvPr>
            <p:ph type="body" sz="quarter" idx="1" hasCustomPrompt="1"/>
          </p:nvPr>
        </p:nvSpPr>
        <p:spPr>
          <a:xfrm>
            <a:off x="1270000" y="6985000"/>
            <a:ext cx="21844000" cy="2512352"/>
          </a:xfrm>
          <a:prstGeom prst="rect">
            <a:avLst/>
          </a:prstGeom>
        </p:spPr>
        <p:txBody>
          <a:bodyPr/>
          <a:lstStyle>
            <a:lvl1pPr marL="0" indent="0" algn="ctr" defTabSz="825500">
              <a:spcBef>
                <a:spcPts val="0"/>
              </a:spcBef>
              <a:buClrTx/>
              <a:buSzTx/>
              <a:buNone/>
              <a:defRPr sz="6400">
                <a:latin typeface="Avenir Next Medium"/>
                <a:ea typeface="Avenir Next Medium"/>
                <a:cs typeface="Avenir Next Medium"/>
                <a:sym typeface="Avenir Next Medium"/>
              </a:defRPr>
            </a:lvl1pPr>
            <a:lvl2pPr marL="0" indent="0" algn="ctr" defTabSz="825500">
              <a:spcBef>
                <a:spcPts val="0"/>
              </a:spcBef>
              <a:buClrTx/>
              <a:buSzTx/>
              <a:buNone/>
              <a:defRPr sz="6400">
                <a:latin typeface="Avenir Next Medium"/>
                <a:ea typeface="Avenir Next Medium"/>
                <a:cs typeface="Avenir Next Medium"/>
                <a:sym typeface="Avenir Next Medium"/>
              </a:defRPr>
            </a:lvl2pPr>
            <a:lvl3pPr marL="0" indent="0" algn="ctr" defTabSz="825500">
              <a:spcBef>
                <a:spcPts val="0"/>
              </a:spcBef>
              <a:buClrTx/>
              <a:buSzTx/>
              <a:buNone/>
              <a:defRPr sz="6400">
                <a:latin typeface="Avenir Next Medium"/>
                <a:ea typeface="Avenir Next Medium"/>
                <a:cs typeface="Avenir Next Medium"/>
                <a:sym typeface="Avenir Next Medium"/>
              </a:defRPr>
            </a:lvl3pPr>
            <a:lvl4pPr marL="0" indent="0" algn="ctr" defTabSz="825500">
              <a:spcBef>
                <a:spcPts val="0"/>
              </a:spcBef>
              <a:buClrTx/>
              <a:buSzTx/>
              <a:buNone/>
              <a:defRPr sz="6400">
                <a:latin typeface="Avenir Next Medium"/>
                <a:ea typeface="Avenir Next Medium"/>
                <a:cs typeface="Avenir Next Medium"/>
                <a:sym typeface="Avenir Next Medium"/>
              </a:defRPr>
            </a:lvl4pPr>
            <a:lvl5pPr marL="0" indent="0" algn="ctr" defTabSz="825500">
              <a:spcBef>
                <a:spcPts val="0"/>
              </a:spcBef>
              <a:buClrTx/>
              <a:buSzTx/>
              <a:buNone/>
              <a:defRPr sz="6400">
                <a:latin typeface="Avenir Next Medium"/>
                <a:ea typeface="Avenir Next Medium"/>
                <a:cs typeface="Avenir Next Medium"/>
                <a:sym typeface="Avenir Next Medium"/>
              </a:defRPr>
            </a:lvl5pPr>
          </a:lstStyle>
          <a:p>
            <a:pPr/>
            <a:r>
              <a:t>Подзаголовок презентации</a:t>
            </a:r>
          </a:p>
          <a:p>
            <a:pPr lvl="1"/>
            <a:r>
              <a:t/>
            </a:r>
          </a:p>
          <a:p>
            <a:pPr lvl="2"/>
            <a:r>
              <a:t/>
            </a:r>
          </a:p>
          <a:p>
            <a:pPr lvl="3"/>
            <a:r>
              <a:t/>
            </a:r>
          </a:p>
          <a:p>
            <a:pPr lvl="4"/>
            <a:r>
              <a:t/>
            </a:r>
          </a:p>
        </p:txBody>
      </p:sp>
      <p:sp>
        <p:nvSpPr>
          <p:cNvPr id="1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фото">
    <p:spTree>
      <p:nvGrpSpPr>
        <p:cNvPr id="1" name=""/>
        <p:cNvGrpSpPr/>
        <p:nvPr/>
      </p:nvGrpSpPr>
      <p:grpSpPr>
        <a:xfrm>
          <a:off x="0" y="0"/>
          <a:ext cx="0" cy="0"/>
          <a:chOff x="0" y="0"/>
          <a:chExt cx="0" cy="0"/>
        </a:xfrm>
      </p:grpSpPr>
      <p:sp>
        <p:nvSpPr>
          <p:cNvPr id="21" name="Две медузы соприкасаются на тёмно-синем фоне"/>
          <p:cNvSpPr/>
          <p:nvPr>
            <p:ph type="pic" idx="21"/>
          </p:nvPr>
        </p:nvSpPr>
        <p:spPr>
          <a:xfrm>
            <a:off x="0" y="-1270000"/>
            <a:ext cx="24384000" cy="16256001"/>
          </a:xfrm>
          <a:prstGeom prst="rect">
            <a:avLst/>
          </a:prstGeom>
        </p:spPr>
        <p:txBody>
          <a:bodyPr lIns="91439" tIns="45719" rIns="91439" bIns="45719">
            <a:noAutofit/>
          </a:bodyPr>
          <a:lstStyle/>
          <a:p>
            <a:pPr/>
          </a:p>
        </p:txBody>
      </p:sp>
      <p:sp>
        <p:nvSpPr>
          <p:cNvPr id="22" name="Автор и дата"/>
          <p:cNvSpPr txBox="1"/>
          <p:nvPr>
            <p:ph type="body" sz="quarter" idx="22" hasCustomPrompt="1"/>
          </p:nvPr>
        </p:nvSpPr>
        <p:spPr>
          <a:xfrm>
            <a:off x="1270000" y="12166600"/>
            <a:ext cx="21844000" cy="694055"/>
          </a:xfrm>
          <a:prstGeom prst="rect">
            <a:avLst/>
          </a:prstGeom>
        </p:spPr>
        <p:txBody>
          <a:bodyPr/>
          <a:lstStyle>
            <a:lvl1pPr marL="0" indent="0" algn="ctr" defTabSz="808990">
              <a:spcBef>
                <a:spcPts val="0"/>
              </a:spcBef>
              <a:buClrTx/>
              <a:buSzTx/>
              <a:buNone/>
              <a:defRPr sz="3430">
                <a:solidFill>
                  <a:srgbClr val="FFFFFF"/>
                </a:solidFill>
                <a:latin typeface="Avenir Next Medium"/>
                <a:ea typeface="Avenir Next Medium"/>
                <a:cs typeface="Avenir Next Medium"/>
                <a:sym typeface="Avenir Next Medium"/>
              </a:defRPr>
            </a:lvl1pPr>
          </a:lstStyle>
          <a:p>
            <a:pPr/>
            <a:r>
              <a:t>Автор и дата</a:t>
            </a:r>
          </a:p>
        </p:txBody>
      </p:sp>
      <p:sp>
        <p:nvSpPr>
          <p:cNvPr id="23" name="Заголовок презентации"/>
          <p:cNvSpPr txBox="1"/>
          <p:nvPr>
            <p:ph type="title" hasCustomPrompt="1"/>
          </p:nvPr>
        </p:nvSpPr>
        <p:spPr>
          <a:xfrm>
            <a:off x="1270000" y="3289300"/>
            <a:ext cx="21844000" cy="3873500"/>
          </a:xfrm>
          <a:prstGeom prst="rect">
            <a:avLst/>
          </a:prstGeom>
        </p:spPr>
        <p:txBody>
          <a:bodyPr/>
          <a:lstStyle>
            <a:lvl1pPr defTabSz="2438400">
              <a:lnSpc>
                <a:spcPct val="90000"/>
              </a:lnSpc>
              <a:defRPr spc="-348" sz="11600">
                <a:solidFill>
                  <a:srgbClr val="FFFFFF"/>
                </a:solidFill>
              </a:defRPr>
            </a:lvl1pPr>
          </a:lstStyle>
          <a:p>
            <a:pPr/>
            <a:r>
              <a:t>Заголовок презентации</a:t>
            </a:r>
          </a:p>
        </p:txBody>
      </p:sp>
      <p:sp>
        <p:nvSpPr>
          <p:cNvPr id="24" name="Уровень текста 1…"/>
          <p:cNvSpPr txBox="1"/>
          <p:nvPr>
            <p:ph type="body" sz="quarter" idx="1" hasCustomPrompt="1"/>
          </p:nvPr>
        </p:nvSpPr>
        <p:spPr>
          <a:xfrm>
            <a:off x="1270000" y="6985000"/>
            <a:ext cx="21844000" cy="2514600"/>
          </a:xfrm>
          <a:prstGeom prst="rect">
            <a:avLst/>
          </a:prstGeom>
        </p:spPr>
        <p:txBody>
          <a:bodyPr/>
          <a:lstStyle>
            <a:lvl1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1pPr>
            <a:lvl2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2pPr>
            <a:lvl3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3pPr>
            <a:lvl4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4pPr>
            <a:lvl5pPr marL="0" indent="0" algn="ctr" defTabSz="825500">
              <a:spcBef>
                <a:spcPts val="0"/>
              </a:spcBef>
              <a:buClrTx/>
              <a:buSzTx/>
              <a:buNone/>
              <a:defRPr sz="6400">
                <a:solidFill>
                  <a:srgbClr val="FFFFFF"/>
                </a:solidFill>
                <a:latin typeface="Avenir Next Medium"/>
                <a:ea typeface="Avenir Next Medium"/>
                <a:cs typeface="Avenir Next Medium"/>
                <a:sym typeface="Avenir Next Medium"/>
              </a:defRPr>
            </a:lvl5pPr>
          </a:lstStyle>
          <a:p>
            <a:pPr/>
            <a:r>
              <a:t>Подзаголовок презентации</a:t>
            </a:r>
          </a:p>
          <a:p>
            <a:pPr lvl="1"/>
            <a:r>
              <a:t/>
            </a:r>
          </a:p>
          <a:p>
            <a:pPr lvl="2"/>
            <a:r>
              <a:t/>
            </a:r>
          </a:p>
          <a:p>
            <a:pPr lvl="3"/>
            <a:r>
              <a:t/>
            </a:r>
          </a:p>
          <a:p>
            <a:pPr lvl="4"/>
            <a:r>
              <a:t/>
            </a:r>
          </a:p>
        </p:txBody>
      </p:sp>
      <p:sp>
        <p:nvSpPr>
          <p:cNvPr id="25" name="Номер слайда"/>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фото (вариант)">
    <p:spTree>
      <p:nvGrpSpPr>
        <p:cNvPr id="1" name=""/>
        <p:cNvGrpSpPr/>
        <p:nvPr/>
      </p:nvGrpSpPr>
      <p:grpSpPr>
        <a:xfrm>
          <a:off x="0" y="0"/>
          <a:ext cx="0" cy="0"/>
          <a:chOff x="0" y="0"/>
          <a:chExt cx="0" cy="0"/>
        </a:xfrm>
      </p:grpSpPr>
      <p:sp>
        <p:nvSpPr>
          <p:cNvPr id="32" name="Две медузы на синем фоне"/>
          <p:cNvSpPr/>
          <p:nvPr>
            <p:ph type="pic" idx="21"/>
          </p:nvPr>
        </p:nvSpPr>
        <p:spPr>
          <a:xfrm>
            <a:off x="7962900" y="-25400"/>
            <a:ext cx="20650200" cy="13766800"/>
          </a:xfrm>
          <a:prstGeom prst="rect">
            <a:avLst/>
          </a:prstGeom>
        </p:spPr>
        <p:txBody>
          <a:bodyPr lIns="91439" tIns="45719" rIns="91439" bIns="45719">
            <a:noAutofit/>
          </a:bodyPr>
          <a:lstStyle/>
          <a:p>
            <a:pPr/>
          </a:p>
        </p:txBody>
      </p:sp>
      <p:sp>
        <p:nvSpPr>
          <p:cNvPr id="33" name="Заголовок слайда"/>
          <p:cNvSpPr txBox="1"/>
          <p:nvPr>
            <p:ph type="title" hasCustomPrompt="1"/>
          </p:nvPr>
        </p:nvSpPr>
        <p:spPr>
          <a:xfrm>
            <a:off x="1270000" y="3885108"/>
            <a:ext cx="9652000" cy="3200203"/>
          </a:xfrm>
          <a:prstGeom prst="rect">
            <a:avLst/>
          </a:prstGeom>
        </p:spPr>
        <p:txBody>
          <a:bodyPr/>
          <a:lstStyle>
            <a:lvl1pPr>
              <a:defRPr>
                <a:gradFill flip="none" rotWithShape="1">
                  <a:gsLst>
                    <a:gs pos="0">
                      <a:srgbClr val="FF00D8"/>
                    </a:gs>
                    <a:gs pos="100000">
                      <a:srgbClr val="FF542E"/>
                    </a:gs>
                  </a:gsLst>
                  <a:lin ang="3960000" scaled="0"/>
                </a:gradFill>
              </a:defRPr>
            </a:lvl1pPr>
          </a:lstStyle>
          <a:p>
            <a:pPr/>
            <a:r>
              <a:t>Заголовок слайда</a:t>
            </a:r>
          </a:p>
        </p:txBody>
      </p:sp>
      <p:sp>
        <p:nvSpPr>
          <p:cNvPr id="34" name="Уровень текста 1…"/>
          <p:cNvSpPr txBox="1"/>
          <p:nvPr>
            <p:ph type="body" sz="quarter" idx="1" hasCustomPrompt="1"/>
          </p:nvPr>
        </p:nvSpPr>
        <p:spPr>
          <a:xfrm>
            <a:off x="1270000" y="6845300"/>
            <a:ext cx="9652000" cy="5664200"/>
          </a:xfrm>
          <a:prstGeom prst="rect">
            <a:avLst/>
          </a:prstGeom>
        </p:spPr>
        <p:txBody>
          <a:bodyPr/>
          <a:lstStyle>
            <a:lvl1pPr marL="0" indent="0" algn="ctr" defTabSz="825500">
              <a:spcBef>
                <a:spcPts val="0"/>
              </a:spcBef>
              <a:buClrTx/>
              <a:buSzTx/>
              <a:buNone/>
              <a:defRPr sz="5400">
                <a:latin typeface="Avenir Next Medium"/>
                <a:ea typeface="Avenir Next Medium"/>
                <a:cs typeface="Avenir Next Medium"/>
                <a:sym typeface="Avenir Next Medium"/>
              </a:defRPr>
            </a:lvl1pPr>
            <a:lvl2pPr marL="0" indent="457200" algn="ctr" defTabSz="825500">
              <a:spcBef>
                <a:spcPts val="0"/>
              </a:spcBef>
              <a:buClrTx/>
              <a:buSzTx/>
              <a:buNone/>
              <a:defRPr sz="5400">
                <a:latin typeface="Avenir Next Medium"/>
                <a:ea typeface="Avenir Next Medium"/>
                <a:cs typeface="Avenir Next Medium"/>
                <a:sym typeface="Avenir Next Medium"/>
              </a:defRPr>
            </a:lvl2pPr>
            <a:lvl3pPr marL="0" indent="914400" algn="ctr" defTabSz="825500">
              <a:spcBef>
                <a:spcPts val="0"/>
              </a:spcBef>
              <a:buClrTx/>
              <a:buSzTx/>
              <a:buNone/>
              <a:defRPr sz="5400">
                <a:latin typeface="Avenir Next Medium"/>
                <a:ea typeface="Avenir Next Medium"/>
                <a:cs typeface="Avenir Next Medium"/>
                <a:sym typeface="Avenir Next Medium"/>
              </a:defRPr>
            </a:lvl3pPr>
            <a:lvl4pPr marL="0" indent="1371600" algn="ctr" defTabSz="825500">
              <a:spcBef>
                <a:spcPts val="0"/>
              </a:spcBef>
              <a:buClrTx/>
              <a:buSzTx/>
              <a:buNone/>
              <a:defRPr sz="5400">
                <a:latin typeface="Avenir Next Medium"/>
                <a:ea typeface="Avenir Next Medium"/>
                <a:cs typeface="Avenir Next Medium"/>
                <a:sym typeface="Avenir Next Medium"/>
              </a:defRPr>
            </a:lvl4pPr>
            <a:lvl5pPr marL="0" indent="1828800" algn="ctr" defTabSz="825500">
              <a:spcBef>
                <a:spcPts val="0"/>
              </a:spcBef>
              <a:buClrTx/>
              <a:buSzTx/>
              <a:buNone/>
              <a:defRPr sz="5400">
                <a:latin typeface="Avenir Next Medium"/>
                <a:ea typeface="Avenir Next Medium"/>
                <a:cs typeface="Avenir Next Medium"/>
                <a:sym typeface="Avenir Next Medium"/>
              </a:defRPr>
            </a:lvl5pPr>
          </a:lstStyle>
          <a:p>
            <a:pPr/>
            <a:r>
              <a:t>Подзаголовок слайда</a:t>
            </a:r>
          </a:p>
          <a:p>
            <a:pPr lvl="1"/>
            <a:r>
              <a:t/>
            </a:r>
          </a:p>
          <a:p>
            <a:pPr lvl="2"/>
            <a:r>
              <a:t/>
            </a:r>
          </a:p>
          <a:p>
            <a:pPr lvl="3"/>
            <a:r>
              <a:t/>
            </a:r>
          </a:p>
          <a:p>
            <a:pPr lvl="4"/>
            <a:r>
              <a:t/>
            </a:r>
          </a:p>
        </p:txBody>
      </p:sp>
      <p:sp>
        <p:nvSpPr>
          <p:cNvPr id="3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и пункты">
    <p:spTree>
      <p:nvGrpSpPr>
        <p:cNvPr id="1" name=""/>
        <p:cNvGrpSpPr/>
        <p:nvPr/>
      </p:nvGrpSpPr>
      <p:grpSpPr>
        <a:xfrm>
          <a:off x="0" y="0"/>
          <a:ext cx="0" cy="0"/>
          <a:chOff x="0" y="0"/>
          <a:chExt cx="0" cy="0"/>
        </a:xfrm>
      </p:grpSpPr>
      <p:sp>
        <p:nvSpPr>
          <p:cNvPr id="42" name="Заголовок слайда"/>
          <p:cNvSpPr txBox="1"/>
          <p:nvPr>
            <p:ph type="title" hasCustomPrompt="1"/>
          </p:nvPr>
        </p:nvSpPr>
        <p:spPr>
          <a:prstGeom prst="rect">
            <a:avLst/>
          </a:prstGeom>
        </p:spPr>
        <p:txBody>
          <a:bodyPr/>
          <a:lstStyle/>
          <a:p>
            <a:pPr/>
            <a:r>
              <a:t>Заголовок слайда</a:t>
            </a:r>
          </a:p>
        </p:txBody>
      </p:sp>
      <p:sp>
        <p:nvSpPr>
          <p:cNvPr id="43" name="Подзаголовок слайда"/>
          <p:cNvSpPr txBox="1"/>
          <p:nvPr>
            <p:ph type="body" sz="quarter" idx="21" hasCustomPrompt="1"/>
          </p:nvPr>
        </p:nvSpPr>
        <p:spPr>
          <a:xfrm>
            <a:off x="1270000" y="2133600"/>
            <a:ext cx="21844000" cy="1016000"/>
          </a:xfrm>
          <a:prstGeom prst="rect">
            <a:avLst/>
          </a:prstGeom>
        </p:spPr>
        <p:txBody>
          <a:bodyPr/>
          <a:lstStyle>
            <a:lvl1pPr marL="0" indent="0" algn="ctr" defTabSz="808990">
              <a:spcBef>
                <a:spcPts val="0"/>
              </a:spcBef>
              <a:buClrTx/>
              <a:buSzTx/>
              <a:buNone/>
              <a:defRPr sz="5292">
                <a:latin typeface="Avenir Next Medium"/>
                <a:ea typeface="Avenir Next Medium"/>
                <a:cs typeface="Avenir Next Medium"/>
                <a:sym typeface="Avenir Next Medium"/>
              </a:defRPr>
            </a:lvl1pPr>
          </a:lstStyle>
          <a:p>
            <a:pPr/>
            <a:r>
              <a:t>Подзаголовок слайда</a:t>
            </a:r>
          </a:p>
        </p:txBody>
      </p:sp>
      <p:sp>
        <p:nvSpPr>
          <p:cNvPr id="44" name="Уровень текста 1…"/>
          <p:cNvSpPr txBox="1"/>
          <p:nvPr>
            <p:ph type="body" idx="1" hasCustomPrompt="1"/>
          </p:nvPr>
        </p:nvSpPr>
        <p:spPr>
          <a:prstGeom prst="rect">
            <a:avLst/>
          </a:prstGeom>
        </p:spPr>
        <p:txBody>
          <a:bodyPr/>
          <a:lstStyle/>
          <a:p>
            <a:pPr/>
            <a:r>
              <a:t>Текст пункта на слайде</a:t>
            </a:r>
          </a:p>
          <a:p>
            <a:pPr lvl="1"/>
            <a:r>
              <a:t/>
            </a:r>
          </a:p>
          <a:p>
            <a:pPr lvl="2"/>
            <a:r>
              <a:t/>
            </a:r>
          </a:p>
          <a:p>
            <a:pPr lvl="3"/>
            <a:r>
              <a:t/>
            </a:r>
          </a:p>
          <a:p>
            <a:pPr lvl="4"/>
            <a:r>
              <a:t/>
            </a:r>
          </a:p>
        </p:txBody>
      </p:sp>
      <p:sp>
        <p:nvSpPr>
          <p:cNvPr id="45"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ункты">
    <p:spTree>
      <p:nvGrpSpPr>
        <p:cNvPr id="1" name=""/>
        <p:cNvGrpSpPr/>
        <p:nvPr/>
      </p:nvGrpSpPr>
      <p:grpSpPr>
        <a:xfrm>
          <a:off x="0" y="0"/>
          <a:ext cx="0" cy="0"/>
          <a:chOff x="0" y="0"/>
          <a:chExt cx="0" cy="0"/>
        </a:xfrm>
      </p:grpSpPr>
      <p:sp>
        <p:nvSpPr>
          <p:cNvPr id="52" name="Уровень текста 1…"/>
          <p:cNvSpPr txBox="1"/>
          <p:nvPr>
            <p:ph type="body" idx="1" hasCustomPrompt="1"/>
          </p:nvPr>
        </p:nvSpPr>
        <p:spPr>
          <a:xfrm>
            <a:off x="1270000" y="4269316"/>
            <a:ext cx="21844000" cy="8432801"/>
          </a:xfrm>
          <a:prstGeom prst="rect">
            <a:avLst/>
          </a:prstGeom>
        </p:spPr>
        <p:txBody>
          <a:bodyPr numCol="2" spcCol="1092200"/>
          <a:lstStyle/>
          <a:p>
            <a:pPr/>
            <a:r>
              <a:t>Текст пункта на слайде</a:t>
            </a:r>
          </a:p>
          <a:p>
            <a:pPr lvl="1"/>
            <a:r>
              <a:t/>
            </a:r>
          </a:p>
          <a:p>
            <a:pPr lvl="2"/>
            <a:r>
              <a:t/>
            </a:r>
          </a:p>
          <a:p>
            <a:pPr lvl="3"/>
            <a:r>
              <a:t/>
            </a:r>
          </a:p>
          <a:p>
            <a:pPr lvl="4"/>
            <a:r>
              <a:t/>
            </a:r>
          </a:p>
        </p:txBody>
      </p:sp>
      <p:sp>
        <p:nvSpPr>
          <p:cNvPr id="53"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Заголовок, пункты и фото">
    <p:spTree>
      <p:nvGrpSpPr>
        <p:cNvPr id="1" name=""/>
        <p:cNvGrpSpPr/>
        <p:nvPr/>
      </p:nvGrpSpPr>
      <p:grpSpPr>
        <a:xfrm>
          <a:off x="0" y="0"/>
          <a:ext cx="0" cy="0"/>
          <a:chOff x="0" y="0"/>
          <a:chExt cx="0" cy="0"/>
        </a:xfrm>
      </p:grpSpPr>
      <p:sp>
        <p:nvSpPr>
          <p:cNvPr id="60" name="Две медузы на розовом фоне"/>
          <p:cNvSpPr/>
          <p:nvPr>
            <p:ph type="pic" idx="21"/>
          </p:nvPr>
        </p:nvSpPr>
        <p:spPr>
          <a:xfrm>
            <a:off x="10185400" y="0"/>
            <a:ext cx="18161000" cy="13716000"/>
          </a:xfrm>
          <a:prstGeom prst="rect">
            <a:avLst/>
          </a:prstGeom>
        </p:spPr>
        <p:txBody>
          <a:bodyPr lIns="91439" tIns="45719" rIns="91439" bIns="45719">
            <a:noAutofit/>
          </a:bodyPr>
          <a:lstStyle/>
          <a:p>
            <a:pPr/>
          </a:p>
        </p:txBody>
      </p:sp>
      <p:sp>
        <p:nvSpPr>
          <p:cNvPr id="61" name="Заголовок слайда"/>
          <p:cNvSpPr txBox="1"/>
          <p:nvPr>
            <p:ph type="title" hasCustomPrompt="1"/>
          </p:nvPr>
        </p:nvSpPr>
        <p:spPr>
          <a:xfrm>
            <a:off x="1270000" y="838200"/>
            <a:ext cx="9652000" cy="1549400"/>
          </a:xfrm>
          <a:prstGeom prst="rect">
            <a:avLst/>
          </a:prstGeom>
        </p:spPr>
        <p:txBody>
          <a:bodyPr/>
          <a:lstStyle>
            <a:lvl1pPr>
              <a:defRPr>
                <a:gradFill flip="none" rotWithShape="1">
                  <a:gsLst>
                    <a:gs pos="0">
                      <a:srgbClr val="5E03FF"/>
                    </a:gs>
                    <a:gs pos="100000">
                      <a:srgbClr val="FF00F7"/>
                    </a:gs>
                  </a:gsLst>
                  <a:lin ang="3960000" scaled="0"/>
                </a:gradFill>
              </a:defRPr>
            </a:lvl1pPr>
          </a:lstStyle>
          <a:p>
            <a:pPr/>
            <a:r>
              <a:t>Заголовок слайда</a:t>
            </a:r>
          </a:p>
        </p:txBody>
      </p:sp>
      <p:sp>
        <p:nvSpPr>
          <p:cNvPr id="62" name="Уровень текста 1…"/>
          <p:cNvSpPr txBox="1"/>
          <p:nvPr>
            <p:ph type="body" sz="half" idx="1" hasCustomPrompt="1"/>
          </p:nvPr>
        </p:nvSpPr>
        <p:spPr>
          <a:xfrm>
            <a:off x="1270000" y="4267200"/>
            <a:ext cx="9652000" cy="8432800"/>
          </a:xfrm>
          <a:prstGeom prst="rect">
            <a:avLst/>
          </a:prstGeom>
        </p:spPr>
        <p:txBody>
          <a:bodyPr/>
          <a:lstStyle/>
          <a:p>
            <a:pPr/>
            <a:r>
              <a:t>Текст пункта на слайде</a:t>
            </a:r>
          </a:p>
          <a:p>
            <a:pPr lvl="1"/>
            <a:r>
              <a:t/>
            </a:r>
          </a:p>
          <a:p>
            <a:pPr lvl="2"/>
            <a:r>
              <a:t/>
            </a:r>
          </a:p>
          <a:p>
            <a:pPr lvl="3"/>
            <a:r>
              <a:t/>
            </a:r>
          </a:p>
          <a:p>
            <a:pPr lvl="4"/>
            <a:r>
              <a:t/>
            </a:r>
          </a:p>
        </p:txBody>
      </p:sp>
      <p:sp>
        <p:nvSpPr>
          <p:cNvPr id="63" name="Подзаголовок слайда"/>
          <p:cNvSpPr txBox="1"/>
          <p:nvPr>
            <p:ph type="body" sz="quarter" idx="22" hasCustomPrompt="1"/>
          </p:nvPr>
        </p:nvSpPr>
        <p:spPr>
          <a:xfrm>
            <a:off x="1270000" y="2133600"/>
            <a:ext cx="9652000" cy="1016000"/>
          </a:xfrm>
          <a:prstGeom prst="rect">
            <a:avLst/>
          </a:prstGeom>
        </p:spPr>
        <p:txBody>
          <a:bodyPr/>
          <a:lstStyle>
            <a:lvl1pPr marL="0" indent="0" algn="ctr" defTabSz="808990">
              <a:spcBef>
                <a:spcPts val="0"/>
              </a:spcBef>
              <a:buClrTx/>
              <a:buSzTx/>
              <a:buNone/>
              <a:defRPr sz="5292">
                <a:latin typeface="Avenir Next Medium"/>
                <a:ea typeface="Avenir Next Medium"/>
                <a:cs typeface="Avenir Next Medium"/>
                <a:sym typeface="Avenir Next Medium"/>
              </a:defRPr>
            </a:lvl1pPr>
          </a:lstStyle>
          <a:p>
            <a:pPr/>
            <a:r>
              <a:t>Подзаголовок слайда</a:t>
            </a:r>
          </a:p>
        </p:txBody>
      </p:sp>
      <p:sp>
        <p:nvSpPr>
          <p:cNvPr id="64"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Раздел">
    <p:spTree>
      <p:nvGrpSpPr>
        <p:cNvPr id="1" name=""/>
        <p:cNvGrpSpPr/>
        <p:nvPr/>
      </p:nvGrpSpPr>
      <p:grpSpPr>
        <a:xfrm>
          <a:off x="0" y="0"/>
          <a:ext cx="0" cy="0"/>
          <a:chOff x="0" y="0"/>
          <a:chExt cx="0" cy="0"/>
        </a:xfrm>
      </p:grpSpPr>
      <p:sp>
        <p:nvSpPr>
          <p:cNvPr id="71" name="Заголовок раздела"/>
          <p:cNvSpPr txBox="1"/>
          <p:nvPr>
            <p:ph type="title" hasCustomPrompt="1"/>
          </p:nvPr>
        </p:nvSpPr>
        <p:spPr>
          <a:xfrm>
            <a:off x="1270000" y="3289300"/>
            <a:ext cx="21844000" cy="3873500"/>
          </a:xfrm>
          <a:prstGeom prst="rect">
            <a:avLst/>
          </a:prstGeom>
        </p:spPr>
        <p:txBody>
          <a:bodyPr/>
          <a:lstStyle>
            <a:lvl1pPr>
              <a:lnSpc>
                <a:spcPct val="90000"/>
              </a:lnSpc>
              <a:defRPr spc="-348" sz="11600">
                <a:gradFill flip="none" rotWithShape="1">
                  <a:gsLst>
                    <a:gs pos="0">
                      <a:srgbClr val="FF00D8"/>
                    </a:gs>
                    <a:gs pos="100000">
                      <a:srgbClr val="FF542E"/>
                    </a:gs>
                  </a:gsLst>
                  <a:lin ang="3960000" scaled="0"/>
                </a:gradFill>
              </a:defRPr>
            </a:lvl1pPr>
          </a:lstStyle>
          <a:p>
            <a:pPr/>
            <a:r>
              <a:t>Заголовок раздела</a:t>
            </a:r>
          </a:p>
        </p:txBody>
      </p:sp>
      <p:sp>
        <p:nvSpPr>
          <p:cNvPr id="72"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Только заголовок">
    <p:spTree>
      <p:nvGrpSpPr>
        <p:cNvPr id="1" name=""/>
        <p:cNvGrpSpPr/>
        <p:nvPr/>
      </p:nvGrpSpPr>
      <p:grpSpPr>
        <a:xfrm>
          <a:off x="0" y="0"/>
          <a:ext cx="0" cy="0"/>
          <a:chOff x="0" y="0"/>
          <a:chExt cx="0" cy="0"/>
        </a:xfrm>
      </p:grpSpPr>
      <p:sp>
        <p:nvSpPr>
          <p:cNvPr id="79" name="Заголовок слайда"/>
          <p:cNvSpPr txBox="1"/>
          <p:nvPr>
            <p:ph type="title" hasCustomPrompt="1"/>
          </p:nvPr>
        </p:nvSpPr>
        <p:spPr>
          <a:prstGeom prst="rect">
            <a:avLst/>
          </a:prstGeom>
        </p:spPr>
        <p:txBody>
          <a:bodyPr/>
          <a:lstStyle/>
          <a:p>
            <a:pPr/>
            <a:r>
              <a:t>Заголовок слайда</a:t>
            </a:r>
          </a:p>
        </p:txBody>
      </p:sp>
      <p:sp>
        <p:nvSpPr>
          <p:cNvPr id="80" name="Подзаголовок слайда"/>
          <p:cNvSpPr txBox="1"/>
          <p:nvPr>
            <p:ph type="body" sz="quarter" idx="21" hasCustomPrompt="1"/>
          </p:nvPr>
        </p:nvSpPr>
        <p:spPr>
          <a:xfrm>
            <a:off x="1270000" y="2133600"/>
            <a:ext cx="21844000" cy="1016000"/>
          </a:xfrm>
          <a:prstGeom prst="rect">
            <a:avLst/>
          </a:prstGeom>
        </p:spPr>
        <p:txBody>
          <a:bodyPr/>
          <a:lstStyle>
            <a:lvl1pPr marL="0" indent="0" algn="ctr" defTabSz="808990">
              <a:spcBef>
                <a:spcPts val="0"/>
              </a:spcBef>
              <a:buClrTx/>
              <a:buSzTx/>
              <a:buNone/>
              <a:defRPr sz="5292">
                <a:latin typeface="Avenir Next Medium"/>
                <a:ea typeface="Avenir Next Medium"/>
                <a:cs typeface="Avenir Next Medium"/>
                <a:sym typeface="Avenir Next Medium"/>
              </a:defRPr>
            </a:lvl1pPr>
          </a:lstStyle>
          <a:p>
            <a:pPr/>
            <a:r>
              <a:t>Подзаголовок слайда</a:t>
            </a:r>
          </a:p>
        </p:txBody>
      </p:sp>
      <p:sp>
        <p:nvSpPr>
          <p:cNvPr id="81"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овестка дня">
    <p:spTree>
      <p:nvGrpSpPr>
        <p:cNvPr id="1" name=""/>
        <p:cNvGrpSpPr/>
        <p:nvPr/>
      </p:nvGrpSpPr>
      <p:grpSpPr>
        <a:xfrm>
          <a:off x="0" y="0"/>
          <a:ext cx="0" cy="0"/>
          <a:chOff x="0" y="0"/>
          <a:chExt cx="0" cy="0"/>
        </a:xfrm>
      </p:grpSpPr>
      <p:sp>
        <p:nvSpPr>
          <p:cNvPr id="88" name="Заголовок повестки дня"/>
          <p:cNvSpPr txBox="1"/>
          <p:nvPr>
            <p:ph type="title" hasCustomPrompt="1"/>
          </p:nvPr>
        </p:nvSpPr>
        <p:spPr>
          <a:xfrm>
            <a:off x="1270000" y="812800"/>
            <a:ext cx="21844000" cy="1562100"/>
          </a:xfrm>
          <a:prstGeom prst="rect">
            <a:avLst/>
          </a:prstGeom>
        </p:spPr>
        <p:txBody>
          <a:bodyPr/>
          <a:lstStyle/>
          <a:p>
            <a:pPr/>
            <a:r>
              <a:t>Заголовок повестки дня</a:t>
            </a:r>
          </a:p>
        </p:txBody>
      </p:sp>
      <p:sp>
        <p:nvSpPr>
          <p:cNvPr id="89" name="Подзаголовок повестки дня"/>
          <p:cNvSpPr txBox="1"/>
          <p:nvPr>
            <p:ph type="body" sz="quarter" idx="21" hasCustomPrompt="1"/>
          </p:nvPr>
        </p:nvSpPr>
        <p:spPr>
          <a:xfrm>
            <a:off x="1270000" y="2133600"/>
            <a:ext cx="21844000" cy="1016000"/>
          </a:xfrm>
          <a:prstGeom prst="rect">
            <a:avLst/>
          </a:prstGeom>
        </p:spPr>
        <p:txBody>
          <a:bodyPr/>
          <a:lstStyle>
            <a:lvl1pPr marL="0" indent="0" algn="ctr" defTabSz="808990">
              <a:spcBef>
                <a:spcPts val="0"/>
              </a:spcBef>
              <a:buClrTx/>
              <a:buSzTx/>
              <a:buNone/>
              <a:defRPr sz="5292">
                <a:latin typeface="Avenir Next Medium"/>
                <a:ea typeface="Avenir Next Medium"/>
                <a:cs typeface="Avenir Next Medium"/>
                <a:sym typeface="Avenir Next Medium"/>
              </a:defRPr>
            </a:lvl1pPr>
          </a:lstStyle>
          <a:p>
            <a:pPr/>
            <a:r>
              <a:t>Подзаголовок повестки дня</a:t>
            </a:r>
          </a:p>
        </p:txBody>
      </p:sp>
      <p:sp>
        <p:nvSpPr>
          <p:cNvPr id="90" name="Уровень текста 1…"/>
          <p:cNvSpPr txBox="1"/>
          <p:nvPr>
            <p:ph type="body" idx="1" hasCustomPrompt="1"/>
          </p:nvPr>
        </p:nvSpPr>
        <p:spPr>
          <a:prstGeom prst="rect">
            <a:avLst/>
          </a:prstGeom>
        </p:spPr>
        <p:txBody>
          <a:bodyPr/>
          <a:lstStyle>
            <a:lvl1pPr marL="0" indent="0" defTabSz="825500">
              <a:buClrTx/>
              <a:buSzTx/>
              <a:buNone/>
              <a:defRPr spc="-55" sz="5500"/>
            </a:lvl1pPr>
            <a:lvl2pPr marL="0" indent="457200" defTabSz="825500">
              <a:buClrTx/>
              <a:buSzTx/>
              <a:buNone/>
              <a:defRPr spc="-55" sz="5500"/>
            </a:lvl2pPr>
            <a:lvl3pPr marL="0" indent="914400" defTabSz="825500">
              <a:buClrTx/>
              <a:buSzTx/>
              <a:buNone/>
              <a:defRPr spc="-55" sz="5500"/>
            </a:lvl3pPr>
            <a:lvl4pPr marL="0" indent="1371600" defTabSz="825500">
              <a:buClrTx/>
              <a:buSzTx/>
              <a:buNone/>
              <a:defRPr spc="-55" sz="5500"/>
            </a:lvl4pPr>
            <a:lvl5pPr marL="0" indent="1828800" defTabSz="825500">
              <a:buClrTx/>
              <a:buSzTx/>
              <a:buNone/>
              <a:defRPr spc="-55" sz="5500"/>
            </a:lvl5pPr>
          </a:lstStyle>
          <a:p>
            <a:pPr/>
            <a:r>
              <a:t>Темы повестки дня</a:t>
            </a:r>
          </a:p>
          <a:p>
            <a:pPr lvl="1"/>
            <a:r>
              <a:t/>
            </a:r>
          </a:p>
          <a:p>
            <a:pPr lvl="2"/>
            <a:r>
              <a:t/>
            </a:r>
          </a:p>
          <a:p>
            <a:pPr lvl="3"/>
            <a:r>
              <a:t/>
            </a:r>
          </a:p>
          <a:p>
            <a:pPr lvl="4"/>
            <a:r>
              <a:t/>
            </a:r>
          </a:p>
        </p:txBody>
      </p:sp>
      <p:sp>
        <p:nvSpPr>
          <p:cNvPr id="91"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Информационное сообщение">
    <p:spTree>
      <p:nvGrpSpPr>
        <p:cNvPr id="1" name=""/>
        <p:cNvGrpSpPr/>
        <p:nvPr/>
      </p:nvGrpSpPr>
      <p:grpSpPr>
        <a:xfrm>
          <a:off x="0" y="0"/>
          <a:ext cx="0" cy="0"/>
          <a:chOff x="0" y="0"/>
          <a:chExt cx="0" cy="0"/>
        </a:xfrm>
      </p:grpSpPr>
      <p:sp>
        <p:nvSpPr>
          <p:cNvPr id="98" name="Уровень текста 1…"/>
          <p:cNvSpPr txBox="1"/>
          <p:nvPr>
            <p:ph type="body" sz="half" idx="1" hasCustomPrompt="1"/>
          </p:nvPr>
        </p:nvSpPr>
        <p:spPr>
          <a:xfrm>
            <a:off x="1270000" y="4927600"/>
            <a:ext cx="21844000" cy="3902869"/>
          </a:xfrm>
          <a:prstGeom prst="rect">
            <a:avLst/>
          </a:prstGeom>
        </p:spPr>
        <p:txBody>
          <a:bodyPr anchor="ctr"/>
          <a:lstStyle>
            <a:lvl1pPr marL="0" indent="0" algn="ctr">
              <a:spcBef>
                <a:spcPts val="0"/>
              </a:spcBef>
              <a:buClrTx/>
              <a:buSzTx/>
              <a:buNone/>
              <a:defRPr spc="-252" sz="8400">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1pPr>
            <a:lvl2pPr marL="0" indent="457200" algn="ctr">
              <a:spcBef>
                <a:spcPts val="0"/>
              </a:spcBef>
              <a:buClrTx/>
              <a:buSzTx/>
              <a:buNone/>
              <a:defRPr spc="-252" sz="8400">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2pPr>
            <a:lvl3pPr marL="0" indent="914400" algn="ctr">
              <a:spcBef>
                <a:spcPts val="0"/>
              </a:spcBef>
              <a:buClrTx/>
              <a:buSzTx/>
              <a:buNone/>
              <a:defRPr spc="-252" sz="8400">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3pPr>
            <a:lvl4pPr marL="0" indent="1371600" algn="ctr">
              <a:spcBef>
                <a:spcPts val="0"/>
              </a:spcBef>
              <a:buClrTx/>
              <a:buSzTx/>
              <a:buNone/>
              <a:defRPr spc="-252" sz="8400">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4pPr>
            <a:lvl5pPr marL="0" indent="1828800" algn="ctr">
              <a:spcBef>
                <a:spcPts val="0"/>
              </a:spcBef>
              <a:buClrTx/>
              <a:buSzTx/>
              <a:buNone/>
              <a:defRPr spc="-252" sz="8400">
                <a:gradFill flip="none" rotWithShape="1">
                  <a:gsLst>
                    <a:gs pos="0">
                      <a:srgbClr val="1E98FD"/>
                    </a:gs>
                    <a:gs pos="100000">
                      <a:srgbClr val="FF00F7"/>
                    </a:gs>
                  </a:gsLst>
                  <a:lin ang="3960000" scaled="0"/>
                </a:gradFill>
                <a:latin typeface="Avenir Next Medium"/>
                <a:ea typeface="Avenir Next Medium"/>
                <a:cs typeface="Avenir Next Medium"/>
                <a:sym typeface="Avenir Next Medium"/>
              </a:defRPr>
            </a:lvl5pPr>
          </a:lstStyle>
          <a:p>
            <a:pPr/>
            <a:r>
              <a:t>Информационное сообщение</a:t>
            </a:r>
          </a:p>
          <a:p>
            <a:pPr lvl="1"/>
            <a:r>
              <a:t/>
            </a:r>
          </a:p>
          <a:p>
            <a:pPr lvl="2"/>
            <a:r>
              <a:t/>
            </a:r>
          </a:p>
          <a:p>
            <a:pPr lvl="3"/>
            <a:r>
              <a:t/>
            </a:r>
          </a:p>
          <a:p>
            <a:pPr lvl="4"/>
            <a:r>
              <a:t/>
            </a:r>
          </a:p>
        </p:txBody>
      </p:sp>
      <p:sp>
        <p:nvSpPr>
          <p:cNvPr id="99"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Важный факт">
    <p:spTree>
      <p:nvGrpSpPr>
        <p:cNvPr id="1" name=""/>
        <p:cNvGrpSpPr/>
        <p:nvPr/>
      </p:nvGrpSpPr>
      <p:grpSpPr>
        <a:xfrm>
          <a:off x="0" y="0"/>
          <a:ext cx="0" cy="0"/>
          <a:chOff x="0" y="0"/>
          <a:chExt cx="0" cy="0"/>
        </a:xfrm>
      </p:grpSpPr>
      <p:sp>
        <p:nvSpPr>
          <p:cNvPr id="106" name="Уровень текста 1…"/>
          <p:cNvSpPr txBox="1"/>
          <p:nvPr>
            <p:ph type="body" sz="half" idx="1" hasCustomPrompt="1"/>
          </p:nvPr>
        </p:nvSpPr>
        <p:spPr>
          <a:xfrm>
            <a:off x="1270000" y="3906096"/>
            <a:ext cx="21844000" cy="4488604"/>
          </a:xfrm>
          <a:prstGeom prst="rect">
            <a:avLst/>
          </a:prstGeom>
        </p:spPr>
        <p:txBody>
          <a:bodyPr anchor="b"/>
          <a:lstStyle>
            <a:lvl1pPr marL="0" indent="0" algn="ctr" defTabSz="2438338">
              <a:lnSpc>
                <a:spcPct val="80000"/>
              </a:lnSpc>
              <a:spcBef>
                <a:spcPts val="0"/>
              </a:spcBef>
              <a:buClrTx/>
              <a:buSzTx/>
              <a:buNone/>
              <a:defRPr spc="-448" sz="22400">
                <a:gradFill flip="none" rotWithShape="1">
                  <a:gsLst>
                    <a:gs pos="0">
                      <a:srgbClr val="1E98FD"/>
                    </a:gs>
                    <a:gs pos="100000">
                      <a:srgbClr val="FF00F7"/>
                    </a:gs>
                  </a:gsLst>
                  <a:lin ang="3960000" scaled="0"/>
                </a:gradFill>
                <a:latin typeface="+mn-lt"/>
                <a:ea typeface="+mn-ea"/>
                <a:cs typeface="+mn-cs"/>
                <a:sym typeface="Avenir Next Demi Bold"/>
              </a:defRPr>
            </a:lvl1pPr>
            <a:lvl2pPr marL="0" indent="457200" algn="ctr" defTabSz="2438338">
              <a:lnSpc>
                <a:spcPct val="80000"/>
              </a:lnSpc>
              <a:spcBef>
                <a:spcPts val="0"/>
              </a:spcBef>
              <a:buClrTx/>
              <a:buSzTx/>
              <a:buNone/>
              <a:defRPr spc="-448" sz="22400">
                <a:gradFill flip="none" rotWithShape="1">
                  <a:gsLst>
                    <a:gs pos="0">
                      <a:srgbClr val="1E98FD"/>
                    </a:gs>
                    <a:gs pos="100000">
                      <a:srgbClr val="FF00F7"/>
                    </a:gs>
                  </a:gsLst>
                  <a:lin ang="3960000" scaled="0"/>
                </a:gradFill>
                <a:latin typeface="+mn-lt"/>
                <a:ea typeface="+mn-ea"/>
                <a:cs typeface="+mn-cs"/>
                <a:sym typeface="Avenir Next Demi Bold"/>
              </a:defRPr>
            </a:lvl2pPr>
            <a:lvl3pPr marL="0" indent="914400" algn="ctr" defTabSz="2438338">
              <a:lnSpc>
                <a:spcPct val="80000"/>
              </a:lnSpc>
              <a:spcBef>
                <a:spcPts val="0"/>
              </a:spcBef>
              <a:buClrTx/>
              <a:buSzTx/>
              <a:buNone/>
              <a:defRPr spc="-448" sz="22400">
                <a:gradFill flip="none" rotWithShape="1">
                  <a:gsLst>
                    <a:gs pos="0">
                      <a:srgbClr val="1E98FD"/>
                    </a:gs>
                    <a:gs pos="100000">
                      <a:srgbClr val="FF00F7"/>
                    </a:gs>
                  </a:gsLst>
                  <a:lin ang="3960000" scaled="0"/>
                </a:gradFill>
                <a:latin typeface="+mn-lt"/>
                <a:ea typeface="+mn-ea"/>
                <a:cs typeface="+mn-cs"/>
                <a:sym typeface="Avenir Next Demi Bold"/>
              </a:defRPr>
            </a:lvl3pPr>
            <a:lvl4pPr marL="0" indent="1371600" algn="ctr" defTabSz="2438338">
              <a:lnSpc>
                <a:spcPct val="80000"/>
              </a:lnSpc>
              <a:spcBef>
                <a:spcPts val="0"/>
              </a:spcBef>
              <a:buClrTx/>
              <a:buSzTx/>
              <a:buNone/>
              <a:defRPr spc="-448" sz="22400">
                <a:gradFill flip="none" rotWithShape="1">
                  <a:gsLst>
                    <a:gs pos="0">
                      <a:srgbClr val="1E98FD"/>
                    </a:gs>
                    <a:gs pos="100000">
                      <a:srgbClr val="FF00F7"/>
                    </a:gs>
                  </a:gsLst>
                  <a:lin ang="3960000" scaled="0"/>
                </a:gradFill>
                <a:latin typeface="+mn-lt"/>
                <a:ea typeface="+mn-ea"/>
                <a:cs typeface="+mn-cs"/>
                <a:sym typeface="Avenir Next Demi Bold"/>
              </a:defRPr>
            </a:lvl4pPr>
            <a:lvl5pPr marL="0" indent="1828800" algn="ctr" defTabSz="2438338">
              <a:lnSpc>
                <a:spcPct val="80000"/>
              </a:lnSpc>
              <a:spcBef>
                <a:spcPts val="0"/>
              </a:spcBef>
              <a:buClrTx/>
              <a:buSzTx/>
              <a:buNone/>
              <a:defRPr spc="-448" sz="22400">
                <a:gradFill flip="none" rotWithShape="1">
                  <a:gsLst>
                    <a:gs pos="0">
                      <a:srgbClr val="1E98FD"/>
                    </a:gs>
                    <a:gs pos="100000">
                      <a:srgbClr val="FF00F7"/>
                    </a:gs>
                  </a:gsLst>
                  <a:lin ang="3960000" scaled="0"/>
                </a:gradFill>
                <a:latin typeface="+mn-lt"/>
                <a:ea typeface="+mn-ea"/>
                <a:cs typeface="+mn-cs"/>
                <a:sym typeface="Avenir Next Demi Bold"/>
              </a:defRPr>
            </a:lvl5pPr>
          </a:lstStyle>
          <a:p>
            <a:pPr/>
            <a:r>
              <a:t>100 %</a:t>
            </a:r>
          </a:p>
          <a:p>
            <a:pPr lvl="1"/>
            <a:r>
              <a:t/>
            </a:r>
          </a:p>
          <a:p>
            <a:pPr lvl="2"/>
            <a:r>
              <a:t/>
            </a:r>
          </a:p>
          <a:p>
            <a:pPr lvl="3"/>
            <a:r>
              <a:t/>
            </a:r>
          </a:p>
          <a:p>
            <a:pPr lvl="4"/>
            <a:r>
              <a:t/>
            </a:r>
          </a:p>
        </p:txBody>
      </p:sp>
      <p:sp>
        <p:nvSpPr>
          <p:cNvPr id="107" name="Информация о факте"/>
          <p:cNvSpPr txBox="1"/>
          <p:nvPr>
            <p:ph type="body" sz="quarter" idx="21" hasCustomPrompt="1"/>
          </p:nvPr>
        </p:nvSpPr>
        <p:spPr>
          <a:xfrm>
            <a:off x="1270000" y="8521700"/>
            <a:ext cx="21844000" cy="1016000"/>
          </a:xfrm>
          <a:prstGeom prst="rect">
            <a:avLst/>
          </a:prstGeom>
        </p:spPr>
        <p:txBody>
          <a:bodyPr/>
          <a:lstStyle>
            <a:lvl1pPr marL="0" indent="0" algn="ctr" defTabSz="825500">
              <a:spcBef>
                <a:spcPts val="0"/>
              </a:spcBef>
              <a:buClrTx/>
              <a:buSzTx/>
              <a:buNone/>
              <a:defRPr sz="4400">
                <a:latin typeface="Avenir Next Medium"/>
                <a:ea typeface="Avenir Next Medium"/>
                <a:cs typeface="Avenir Next Medium"/>
                <a:sym typeface="Avenir Next Medium"/>
              </a:defRPr>
            </a:lvl1pPr>
          </a:lstStyle>
          <a:p>
            <a:pPr/>
            <a:r>
              <a:t>Информация о факте</a:t>
            </a:r>
          </a:p>
        </p:txBody>
      </p:sp>
      <p:sp>
        <p:nvSpPr>
          <p:cNvPr id="108"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Цитата">
    <p:spTree>
      <p:nvGrpSpPr>
        <p:cNvPr id="1" name=""/>
        <p:cNvGrpSpPr/>
        <p:nvPr/>
      </p:nvGrpSpPr>
      <p:grpSpPr>
        <a:xfrm>
          <a:off x="0" y="0"/>
          <a:ext cx="0" cy="0"/>
          <a:chOff x="0" y="0"/>
          <a:chExt cx="0" cy="0"/>
        </a:xfrm>
      </p:grpSpPr>
      <p:sp>
        <p:nvSpPr>
          <p:cNvPr id="115" name="Авторство"/>
          <p:cNvSpPr txBox="1"/>
          <p:nvPr>
            <p:ph type="body" sz="quarter" idx="21" hasCustomPrompt="1"/>
          </p:nvPr>
        </p:nvSpPr>
        <p:spPr>
          <a:xfrm>
            <a:off x="1270000" y="11155086"/>
            <a:ext cx="21844000" cy="832613"/>
          </a:xfrm>
          <a:prstGeom prst="rect">
            <a:avLst/>
          </a:prstGeom>
        </p:spPr>
        <p:txBody>
          <a:bodyPr anchor="ctr"/>
          <a:lstStyle>
            <a:lvl1pPr marL="0" indent="0" algn="ctr" defTabSz="792479">
              <a:spcBef>
                <a:spcPts val="0"/>
              </a:spcBef>
              <a:buClrTx/>
              <a:buSzTx/>
              <a:buNone/>
              <a:defRPr sz="4224">
                <a:latin typeface="Avenir Next Medium"/>
                <a:ea typeface="Avenir Next Medium"/>
                <a:cs typeface="Avenir Next Medium"/>
                <a:sym typeface="Avenir Next Medium"/>
              </a:defRPr>
            </a:lvl1pPr>
          </a:lstStyle>
          <a:p>
            <a:pPr/>
            <a:r>
              <a:t>Авторство</a:t>
            </a:r>
          </a:p>
        </p:txBody>
      </p:sp>
      <p:sp>
        <p:nvSpPr>
          <p:cNvPr id="116" name="Уровень текста 1…"/>
          <p:cNvSpPr txBox="1"/>
          <p:nvPr>
            <p:ph type="body" sz="half" idx="1" hasCustomPrompt="1"/>
          </p:nvPr>
        </p:nvSpPr>
        <p:spPr>
          <a:xfrm>
            <a:off x="1270000" y="5141969"/>
            <a:ext cx="21844000" cy="3430191"/>
          </a:xfrm>
          <a:prstGeom prst="rect">
            <a:avLst/>
          </a:prstGeom>
        </p:spPr>
        <p:txBody>
          <a:bodyPr anchor="ctr"/>
          <a:lstStyle>
            <a:lvl1pPr marL="0" indent="0" algn="ctr">
              <a:lnSpc>
                <a:spcPct val="80000"/>
              </a:lnSpc>
              <a:spcBef>
                <a:spcPts val="0"/>
              </a:spcBef>
              <a:buClrTx/>
              <a:buSzTx/>
              <a:buNone/>
              <a:defRPr spc="-168" sz="8400">
                <a:gradFill flip="none" rotWithShape="1">
                  <a:gsLst>
                    <a:gs pos="0">
                      <a:srgbClr val="FF00D8"/>
                    </a:gs>
                    <a:gs pos="100000">
                      <a:srgbClr val="FF542E"/>
                    </a:gs>
                  </a:gsLst>
                  <a:lin ang="3960000" scaled="0"/>
                </a:gradFill>
                <a:latin typeface="+mn-lt"/>
                <a:ea typeface="+mn-ea"/>
                <a:cs typeface="+mn-cs"/>
                <a:sym typeface="Avenir Next Demi Bold"/>
              </a:defRPr>
            </a:lvl1pPr>
            <a:lvl2pPr marL="0" indent="457200" algn="ctr">
              <a:lnSpc>
                <a:spcPct val="80000"/>
              </a:lnSpc>
              <a:spcBef>
                <a:spcPts val="0"/>
              </a:spcBef>
              <a:buClrTx/>
              <a:buSzTx/>
              <a:buNone/>
              <a:defRPr spc="-168" sz="8400">
                <a:gradFill flip="none" rotWithShape="1">
                  <a:gsLst>
                    <a:gs pos="0">
                      <a:srgbClr val="FF00D8"/>
                    </a:gs>
                    <a:gs pos="100000">
                      <a:srgbClr val="FF542E"/>
                    </a:gs>
                  </a:gsLst>
                  <a:lin ang="3960000" scaled="0"/>
                </a:gradFill>
                <a:latin typeface="+mn-lt"/>
                <a:ea typeface="+mn-ea"/>
                <a:cs typeface="+mn-cs"/>
                <a:sym typeface="Avenir Next Demi Bold"/>
              </a:defRPr>
            </a:lvl2pPr>
            <a:lvl3pPr marL="0" indent="914400" algn="ctr">
              <a:lnSpc>
                <a:spcPct val="80000"/>
              </a:lnSpc>
              <a:spcBef>
                <a:spcPts val="0"/>
              </a:spcBef>
              <a:buClrTx/>
              <a:buSzTx/>
              <a:buNone/>
              <a:defRPr spc="-168" sz="8400">
                <a:gradFill flip="none" rotWithShape="1">
                  <a:gsLst>
                    <a:gs pos="0">
                      <a:srgbClr val="FF00D8"/>
                    </a:gs>
                    <a:gs pos="100000">
                      <a:srgbClr val="FF542E"/>
                    </a:gs>
                  </a:gsLst>
                  <a:lin ang="3960000" scaled="0"/>
                </a:gradFill>
                <a:latin typeface="+mn-lt"/>
                <a:ea typeface="+mn-ea"/>
                <a:cs typeface="+mn-cs"/>
                <a:sym typeface="Avenir Next Demi Bold"/>
              </a:defRPr>
            </a:lvl3pPr>
            <a:lvl4pPr marL="0" indent="1371600" algn="ctr">
              <a:lnSpc>
                <a:spcPct val="80000"/>
              </a:lnSpc>
              <a:spcBef>
                <a:spcPts val="0"/>
              </a:spcBef>
              <a:buClrTx/>
              <a:buSzTx/>
              <a:buNone/>
              <a:defRPr spc="-168" sz="8400">
                <a:gradFill flip="none" rotWithShape="1">
                  <a:gsLst>
                    <a:gs pos="0">
                      <a:srgbClr val="FF00D8"/>
                    </a:gs>
                    <a:gs pos="100000">
                      <a:srgbClr val="FF542E"/>
                    </a:gs>
                  </a:gsLst>
                  <a:lin ang="3960000" scaled="0"/>
                </a:gradFill>
                <a:latin typeface="+mn-lt"/>
                <a:ea typeface="+mn-ea"/>
                <a:cs typeface="+mn-cs"/>
                <a:sym typeface="Avenir Next Demi Bold"/>
              </a:defRPr>
            </a:lvl4pPr>
            <a:lvl5pPr marL="0" indent="1828800" algn="ctr">
              <a:lnSpc>
                <a:spcPct val="80000"/>
              </a:lnSpc>
              <a:spcBef>
                <a:spcPts val="0"/>
              </a:spcBef>
              <a:buClrTx/>
              <a:buSzTx/>
              <a:buNone/>
              <a:defRPr spc="-168" sz="8400">
                <a:gradFill flip="none" rotWithShape="1">
                  <a:gsLst>
                    <a:gs pos="0">
                      <a:srgbClr val="FF00D8"/>
                    </a:gs>
                    <a:gs pos="100000">
                      <a:srgbClr val="FF542E"/>
                    </a:gs>
                  </a:gsLst>
                  <a:lin ang="3960000" scaled="0"/>
                </a:gradFill>
                <a:latin typeface="+mn-lt"/>
                <a:ea typeface="+mn-ea"/>
                <a:cs typeface="+mn-cs"/>
                <a:sym typeface="Avenir Next Demi Bold"/>
              </a:defRPr>
            </a:lvl5pPr>
          </a:lstStyle>
          <a:p>
            <a:pPr/>
            <a:r>
              <a:t>«Важная цитата»</a:t>
            </a:r>
          </a:p>
          <a:p>
            <a:pPr lvl="1"/>
            <a:r>
              <a:t/>
            </a:r>
          </a:p>
          <a:p>
            <a:pPr lvl="2"/>
            <a:r>
              <a:t/>
            </a:r>
          </a:p>
          <a:p>
            <a:pPr lvl="3"/>
            <a:r>
              <a:t/>
            </a:r>
          </a:p>
          <a:p>
            <a:pPr lvl="4"/>
            <a:r>
              <a:t/>
            </a:r>
          </a:p>
        </p:txBody>
      </p:sp>
      <p:sp>
        <p:nvSpPr>
          <p:cNvPr id="117"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Фото (3 шт.)">
    <p:spTree>
      <p:nvGrpSpPr>
        <p:cNvPr id="1" name=""/>
        <p:cNvGrpSpPr/>
        <p:nvPr/>
      </p:nvGrpSpPr>
      <p:grpSpPr>
        <a:xfrm>
          <a:off x="0" y="0"/>
          <a:ext cx="0" cy="0"/>
          <a:chOff x="0" y="0"/>
          <a:chExt cx="0" cy="0"/>
        </a:xfrm>
      </p:grpSpPr>
      <p:sp>
        <p:nvSpPr>
          <p:cNvPr id="124" name="Две медузы на розовом фоне"/>
          <p:cNvSpPr/>
          <p:nvPr>
            <p:ph type="pic" sz="half" idx="21"/>
          </p:nvPr>
        </p:nvSpPr>
        <p:spPr>
          <a:xfrm>
            <a:off x="12192000" y="4813300"/>
            <a:ext cx="12192000" cy="9207945"/>
          </a:xfrm>
          <a:prstGeom prst="rect">
            <a:avLst/>
          </a:prstGeom>
        </p:spPr>
        <p:txBody>
          <a:bodyPr lIns="91439" tIns="45719" rIns="91439" bIns="45719">
            <a:noAutofit/>
          </a:bodyPr>
          <a:lstStyle/>
          <a:p>
            <a:pPr/>
          </a:p>
        </p:txBody>
      </p:sp>
      <p:sp>
        <p:nvSpPr>
          <p:cNvPr id="125" name="Две медузы соприкасаются на тёмно-синем фоне"/>
          <p:cNvSpPr/>
          <p:nvPr>
            <p:ph type="pic" sz="half" idx="22"/>
          </p:nvPr>
        </p:nvSpPr>
        <p:spPr>
          <a:xfrm>
            <a:off x="12192000" y="-628650"/>
            <a:ext cx="12192000" cy="8128000"/>
          </a:xfrm>
          <a:prstGeom prst="rect">
            <a:avLst/>
          </a:prstGeom>
        </p:spPr>
        <p:txBody>
          <a:bodyPr lIns="91439" tIns="45719" rIns="91439" bIns="45719">
            <a:noAutofit/>
          </a:bodyPr>
          <a:lstStyle/>
          <a:p>
            <a:pPr/>
          </a:p>
        </p:txBody>
      </p:sp>
      <p:sp>
        <p:nvSpPr>
          <p:cNvPr id="126" name="Две медузы на синем фоне"/>
          <p:cNvSpPr/>
          <p:nvPr>
            <p:ph type="pic" idx="23"/>
          </p:nvPr>
        </p:nvSpPr>
        <p:spPr>
          <a:xfrm>
            <a:off x="-4203700" y="0"/>
            <a:ext cx="20574000" cy="13716000"/>
          </a:xfrm>
          <a:prstGeom prst="rect">
            <a:avLst/>
          </a:prstGeom>
        </p:spPr>
        <p:txBody>
          <a:bodyPr lIns="91439" tIns="45719" rIns="91439" bIns="45719">
            <a:noAutofit/>
          </a:bodyPr>
          <a:lstStyle/>
          <a:p>
            <a:pPr/>
          </a:p>
        </p:txBody>
      </p:sp>
      <p:sp>
        <p:nvSpPr>
          <p:cNvPr id="127"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Фото">
    <p:spTree>
      <p:nvGrpSpPr>
        <p:cNvPr id="1" name=""/>
        <p:cNvGrpSpPr/>
        <p:nvPr/>
      </p:nvGrpSpPr>
      <p:grpSpPr>
        <a:xfrm>
          <a:off x="0" y="0"/>
          <a:ext cx="0" cy="0"/>
          <a:chOff x="0" y="0"/>
          <a:chExt cx="0" cy="0"/>
        </a:xfrm>
      </p:grpSpPr>
      <p:sp>
        <p:nvSpPr>
          <p:cNvPr id="134" name="Две медузы соприкасаются на тёмно-синем фоне"/>
          <p:cNvSpPr/>
          <p:nvPr>
            <p:ph type="pic" idx="21"/>
          </p:nvPr>
        </p:nvSpPr>
        <p:spPr>
          <a:xfrm>
            <a:off x="0" y="-1270000"/>
            <a:ext cx="24384000" cy="16256001"/>
          </a:xfrm>
          <a:prstGeom prst="rect">
            <a:avLst/>
          </a:prstGeom>
        </p:spPr>
        <p:txBody>
          <a:bodyPr lIns="91439" tIns="45719" rIns="91439" bIns="45719">
            <a:noAutofit/>
          </a:bodyPr>
          <a:lstStyle/>
          <a:p>
            <a:pPr/>
          </a:p>
        </p:txBody>
      </p:sp>
      <p:sp>
        <p:nvSpPr>
          <p:cNvPr id="135" name="Номер слайда"/>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Пустой">
    <p:spTree>
      <p:nvGrpSpPr>
        <p:cNvPr id="1" name=""/>
        <p:cNvGrpSpPr/>
        <p:nvPr/>
      </p:nvGrpSpPr>
      <p:grpSpPr>
        <a:xfrm>
          <a:off x="0" y="0"/>
          <a:ext cx="0" cy="0"/>
          <a:chOff x="0" y="0"/>
          <a:chExt cx="0" cy="0"/>
        </a:xfrm>
      </p:grpSpPr>
      <p:sp>
        <p:nvSpPr>
          <p:cNvPr id="142" name="Номер слайда"/>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Заголовок слайда"/>
          <p:cNvSpPr txBox="1"/>
          <p:nvPr>
            <p:ph type="title" hasCustomPrompt="1"/>
          </p:nvPr>
        </p:nvSpPr>
        <p:spPr>
          <a:xfrm>
            <a:off x="1270000" y="812800"/>
            <a:ext cx="21844000" cy="155743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b">
            <a:normAutofit fontScale="100000" lnSpcReduction="0"/>
          </a:bodyPr>
          <a:lstStyle/>
          <a:p>
            <a:pPr/>
            <a:r>
              <a:t>Заголовок слайда</a:t>
            </a:r>
          </a:p>
        </p:txBody>
      </p:sp>
      <p:sp>
        <p:nvSpPr>
          <p:cNvPr id="3" name="Уровень текста 1…"/>
          <p:cNvSpPr txBox="1"/>
          <p:nvPr>
            <p:ph type="body" idx="1" hasCustomPrompt="1"/>
          </p:nvPr>
        </p:nvSpPr>
        <p:spPr>
          <a:xfrm>
            <a:off x="1270000" y="4267200"/>
            <a:ext cx="21844000" cy="8432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Текст пункта на слайде</a:t>
            </a:r>
          </a:p>
          <a:p>
            <a:pPr lvl="1"/>
            <a:r>
              <a:t/>
            </a:r>
          </a:p>
          <a:p>
            <a:pPr lvl="2"/>
            <a:r>
              <a:t/>
            </a:r>
          </a:p>
          <a:p>
            <a:pPr lvl="3"/>
            <a:r>
              <a:t/>
            </a:r>
          </a:p>
          <a:p>
            <a:pPr lvl="4"/>
            <a:r>
              <a:t/>
            </a:r>
          </a:p>
        </p:txBody>
      </p:sp>
      <p:sp>
        <p:nvSpPr>
          <p:cNvPr id="4" name="Номер слайда"/>
          <p:cNvSpPr txBox="1"/>
          <p:nvPr>
            <p:ph type="sldNum" sz="quarter" idx="2"/>
          </p:nvPr>
        </p:nvSpPr>
        <p:spPr>
          <a:xfrm>
            <a:off x="11966448" y="13065506"/>
            <a:ext cx="438405" cy="482601"/>
          </a:xfrm>
          <a:prstGeom prst="rect">
            <a:avLst/>
          </a:prstGeom>
          <a:ln w="12700">
            <a:miter lim="400000"/>
          </a:ln>
        </p:spPr>
        <p:txBody>
          <a:bodyPr wrap="none" lIns="50800" tIns="50800" rIns="50800" bIns="50800" anchor="b">
            <a:spAutoFit/>
          </a:bodyPr>
          <a:lstStyle>
            <a:lvl1pPr>
              <a:defRPr sz="2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transition xmlns:p14="http://schemas.microsoft.com/office/powerpoint/2010/main" spd="med" advClick="1"/>
  <p:txStyles>
    <p:titleStyle>
      <a:lvl1pPr marL="0" marR="0" indent="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1pPr>
      <a:lvl2pPr marL="0" marR="0" indent="4572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2pPr>
      <a:lvl3pPr marL="0" marR="0" indent="9144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3pPr>
      <a:lvl4pPr marL="0" marR="0" indent="13716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4pPr>
      <a:lvl5pPr marL="0" marR="0" indent="18288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5pPr>
      <a:lvl6pPr marL="0" marR="0" indent="22860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6pPr>
      <a:lvl7pPr marL="0" marR="0" indent="27432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7pPr>
      <a:lvl8pPr marL="0" marR="0" indent="32004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8pPr>
      <a:lvl9pPr marL="0" marR="0" indent="3657600" algn="ctr" defTabSz="825500" rtl="0" latinLnBrk="0">
        <a:lnSpc>
          <a:spcPct val="80000"/>
        </a:lnSpc>
        <a:spcBef>
          <a:spcPts val="0"/>
        </a:spcBef>
        <a:spcAft>
          <a:spcPts val="0"/>
        </a:spcAft>
        <a:buClrTx/>
        <a:buSzTx/>
        <a:buFontTx/>
        <a:buNone/>
        <a:tabLst/>
        <a:defRPr b="0" baseline="0" cap="none" i="0" spc="-252" strike="noStrike" sz="8400" u="none">
          <a:solidFill>
            <a:srgbClr val="000000"/>
          </a:solidFill>
          <a:uFillTx/>
          <a:latin typeface="+mn-lt"/>
          <a:ea typeface="+mn-ea"/>
          <a:cs typeface="+mn-cs"/>
          <a:sym typeface="Avenir Next Demi Bold"/>
        </a:defRPr>
      </a:lvl9pPr>
    </p:titleStyle>
    <p:bodyStyle>
      <a:lvl1pPr marL="5588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1pPr>
      <a:lvl2pPr marL="11176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2pPr>
      <a:lvl3pPr marL="16764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3pPr>
      <a:lvl4pPr marL="22352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4pPr>
      <a:lvl5pPr marL="27940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5pPr>
      <a:lvl6pPr marL="33528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6pPr>
      <a:lvl7pPr marL="39116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7pPr>
      <a:lvl8pPr marL="44704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8pPr>
      <a:lvl9pPr marL="5029200" marR="0" indent="-558800" algn="l" defTabSz="2438400" rtl="0" latinLnBrk="0">
        <a:lnSpc>
          <a:spcPct val="100000"/>
        </a:lnSpc>
        <a:spcBef>
          <a:spcPts val="2400"/>
        </a:spcBef>
        <a:spcAft>
          <a:spcPts val="0"/>
        </a:spcAft>
        <a:buClr>
          <a:srgbClr val="000000"/>
        </a:buClr>
        <a:buSzPct val="100000"/>
        <a:buFontTx/>
        <a:buChar char="•"/>
        <a:tabLst/>
        <a:defRPr b="0" baseline="0" cap="none" i="0" spc="0" strike="noStrike" sz="4800" u="none">
          <a:solidFill>
            <a:srgbClr val="000000"/>
          </a:solidFill>
          <a:uFillTx/>
          <a:latin typeface="Avenir Next Regular"/>
          <a:ea typeface="Avenir Next Regular"/>
          <a:cs typeface="Avenir Next Regular"/>
          <a:sym typeface="Avenir Next Regular"/>
        </a:defRPr>
      </a:lvl9pPr>
    </p:bodyStyle>
    <p:otherStyle>
      <a:lvl1pPr marL="0" marR="0" indent="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1pPr>
      <a:lvl2pPr marL="0" marR="0" indent="4572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2pPr>
      <a:lvl3pPr marL="0" marR="0" indent="9144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3pPr>
      <a:lvl4pPr marL="0" marR="0" indent="13716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4pPr>
      <a:lvl5pPr marL="0" marR="0" indent="18288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5pPr>
      <a:lvl6pPr marL="0" marR="0" indent="22860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6pPr>
      <a:lvl7pPr marL="0" marR="0" indent="27432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7pPr>
      <a:lvl8pPr marL="0" marR="0" indent="32004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8pPr>
      <a:lvl9pPr marL="0" marR="0" indent="3657600" algn="ctr" defTabSz="825500" rtl="0" latinLnBrk="0">
        <a:lnSpc>
          <a:spcPct val="100000"/>
        </a:lnSpc>
        <a:spcBef>
          <a:spcPts val="0"/>
        </a:spcBef>
        <a:spcAft>
          <a:spcPts val="0"/>
        </a:spcAft>
        <a:buClrTx/>
        <a:buSzTx/>
        <a:buFontTx/>
        <a:buNone/>
        <a:tabLst/>
        <a:defRPr b="0" baseline="0" cap="none" i="0" spc="0" strike="noStrike" sz="2200" u="none">
          <a:solidFill>
            <a:schemeClr val="tx1"/>
          </a:solidFill>
          <a:uFillTx/>
          <a:latin typeface="+mn-lt"/>
          <a:ea typeface="+mn-ea"/>
          <a:cs typeface="+mn-cs"/>
          <a:sym typeface="Avenir Next Regular"/>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0.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1" name="Оптимизация commit и nologging"/>
          <p:cNvSpPr txBox="1"/>
          <p:nvPr>
            <p:ph type="ctrTitle"/>
          </p:nvPr>
        </p:nvSpPr>
        <p:spPr>
          <a:xfrm>
            <a:off x="1270000" y="3280257"/>
            <a:ext cx="21844000" cy="3879454"/>
          </a:xfrm>
          <a:prstGeom prst="rect">
            <a:avLst/>
          </a:prstGeom>
        </p:spPr>
        <p:txBody>
          <a:bodyPr/>
          <a:lstStyle>
            <a:lvl1pPr defTabSz="2389572">
              <a:defRPr spc="-341" sz="11368"/>
            </a:lvl1pPr>
          </a:lstStyle>
          <a:p>
            <a:pPr/>
            <a:r>
              <a:t>Оптимизация commit и nologging</a:t>
            </a:r>
          </a:p>
        </p:txBody>
      </p:sp>
      <p:sp>
        <p:nvSpPr>
          <p:cNvPr id="152" name="Коротков Александр"/>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 Коротков Александр</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54" name="Снимок экрана 2022-03-03 в 13.26.50.png" descr="Снимок экрана 2022-03-03 в 13.26.50.png"/>
          <p:cNvPicPr>
            <a:picLocks noChangeAspect="1"/>
          </p:cNvPicPr>
          <p:nvPr/>
        </p:nvPicPr>
        <p:blipFill>
          <a:blip r:embed="rId2">
            <a:extLst/>
          </a:blip>
          <a:srcRect l="0" t="0" r="13231" b="0"/>
          <a:stretch>
            <a:fillRect/>
          </a:stretch>
        </p:blipFill>
        <p:spPr>
          <a:xfrm>
            <a:off x="3429110" y="4985245"/>
            <a:ext cx="1919308" cy="844275"/>
          </a:xfrm>
          <a:prstGeom prst="rect">
            <a:avLst/>
          </a:prstGeom>
          <a:ln w="12700">
            <a:miter lim="400000"/>
          </a:ln>
        </p:spPr>
      </p:pic>
      <p:sp>
        <p:nvSpPr>
          <p:cNvPr id="155" name="Оператор COMMIT"/>
          <p:cNvSpPr txBox="1"/>
          <p:nvPr>
            <p:ph type="title"/>
          </p:nvPr>
        </p:nvSpPr>
        <p:spPr>
          <a:xfrm>
            <a:off x="6899574" y="772371"/>
            <a:ext cx="10584852" cy="1598244"/>
          </a:xfrm>
          <a:prstGeom prst="rect">
            <a:avLst/>
          </a:prstGeom>
        </p:spPr>
        <p:txBody>
          <a:bodyPr/>
          <a:lstStyle>
            <a:lvl1pPr algn="l" defTabSz="457200">
              <a:lnSpc>
                <a:spcPct val="100000"/>
              </a:lnSpc>
              <a:spcBef>
                <a:spcPts val="800"/>
              </a:spcBef>
              <a:defRPr spc="0">
                <a:latin typeface="Avenir Heavy"/>
                <a:ea typeface="Avenir Heavy"/>
                <a:cs typeface="Avenir Heavy"/>
                <a:sym typeface="Avenir Heavy"/>
              </a:defRPr>
            </a:lvl1pPr>
          </a:lstStyle>
          <a:p>
            <a:pPr/>
            <a:r>
              <a:t>Оператор COMMIT</a:t>
            </a:r>
          </a:p>
        </p:txBody>
      </p:sp>
      <p:sp>
        <p:nvSpPr>
          <p:cNvPr id="156" name="Оператор COMMIT успешно завершает транзакцию. Все изменения, произведенные всеми операторами SQL с начала транзакции, записываются на постоянное хранение в базу данных. До выдачи оператора COMMIT изменения в данных другим транзакциям не видны.…"/>
          <p:cNvSpPr txBox="1"/>
          <p:nvPr>
            <p:ph type="body" idx="1"/>
          </p:nvPr>
        </p:nvSpPr>
        <p:spPr>
          <a:xfrm>
            <a:off x="468923" y="2782966"/>
            <a:ext cx="23319154" cy="10284315"/>
          </a:xfrm>
          <a:prstGeom prst="rect">
            <a:avLst/>
          </a:prstGeom>
        </p:spPr>
        <p:txBody>
          <a:bodyPr/>
          <a:lstStyle/>
          <a:p>
            <a:pPr marL="0" indent="0" algn="just" defTabSz="457200">
              <a:spcBef>
                <a:spcPts val="1600"/>
              </a:spcBef>
              <a:buClrTx/>
              <a:buSzTx/>
              <a:buNone/>
              <a:defRPr sz="3500">
                <a:solidFill>
                  <a:srgbClr val="5F5F5F"/>
                </a:solidFill>
                <a:latin typeface="Arial"/>
                <a:ea typeface="Arial"/>
                <a:cs typeface="Arial"/>
                <a:sym typeface="Arial"/>
              </a:defRPr>
            </a:pPr>
            <a:r>
              <a:t>Оператор </a:t>
            </a:r>
            <a:r>
              <a:rPr i="1"/>
              <a:t>COMMIT</a:t>
            </a:r>
            <a:r>
              <a:t> успешно завершает транзакцию. Все изменения, произведенные всеми операторами SQL с начала транзакции, записываются на постоянное хранение в базу данных. До выдачи оператора </a:t>
            </a:r>
            <a:r>
              <a:rPr i="1"/>
              <a:t>COMMIT</a:t>
            </a:r>
            <a:r>
              <a:t> изменения в данных другим транзакциям не видны.</a:t>
            </a:r>
          </a:p>
          <a:p>
            <a:pPr marL="0" indent="0" algn="just" defTabSz="457200">
              <a:spcBef>
                <a:spcPts val="1600"/>
              </a:spcBef>
              <a:buClrTx/>
              <a:buSzTx/>
              <a:buNone/>
              <a:defRPr sz="3500">
                <a:solidFill>
                  <a:srgbClr val="5F5F5F"/>
                </a:solidFill>
                <a:latin typeface="Arial"/>
                <a:ea typeface="Arial"/>
                <a:cs typeface="Arial"/>
                <a:sym typeface="Arial"/>
              </a:defRPr>
            </a:pPr>
            <a:r>
              <a:t>Зафиксировать транзакцию можно с помощью любого из приведенных ниже операторов, делающих изменения постоянными: </a:t>
            </a:r>
          </a:p>
          <a:p>
            <a:pPr marL="0" indent="0" algn="just" defTabSz="457200">
              <a:spcBef>
                <a:spcPts val="1600"/>
              </a:spcBef>
              <a:buClrTx/>
              <a:buSzTx/>
              <a:buNone/>
              <a:defRPr sz="3500">
                <a:solidFill>
                  <a:srgbClr val="5F5F5F"/>
                </a:solidFill>
                <a:latin typeface="Arial"/>
                <a:ea typeface="Arial"/>
                <a:cs typeface="Arial"/>
                <a:sym typeface="Arial"/>
              </a:defRPr>
            </a:pPr>
            <a:r>
              <a:t>Прежде чем Oracle издаст оператор </a:t>
            </a:r>
            <a:r>
              <a:rPr i="1"/>
              <a:t>COMMIT</a:t>
            </a:r>
            <a:r>
              <a:t>, в базе данных происходят следующие действия.</a:t>
            </a:r>
          </a:p>
          <a:p>
            <a:pPr marL="457200" indent="-317500" algn="just" defTabSz="457200">
              <a:spcBef>
                <a:spcPts val="0"/>
              </a:spcBef>
              <a:buClr>
                <a:srgbClr val="5F5F5F"/>
              </a:buClr>
              <a:buFont typeface="Arial"/>
              <a:defRPr sz="3500">
                <a:solidFill>
                  <a:srgbClr val="5F5F5F"/>
                </a:solidFill>
                <a:latin typeface="Arial"/>
                <a:ea typeface="Arial"/>
                <a:cs typeface="Arial"/>
                <a:sym typeface="Arial"/>
              </a:defRPr>
            </a:pPr>
            <a:r>
              <a:t>Oracle генерирует записи отмены в буферах сегмента отмены в SGA. Как вам должно быть известно, записи отмены содержат старые значения обновленных и удаленных строк таблиц.</a:t>
            </a:r>
          </a:p>
          <a:p>
            <a:pPr marL="457200" indent="-317500" algn="just" defTabSz="457200">
              <a:spcBef>
                <a:spcPts val="0"/>
              </a:spcBef>
              <a:buClr>
                <a:srgbClr val="5F5F5F"/>
              </a:buClr>
              <a:buFont typeface="Arial"/>
              <a:defRPr sz="3500">
                <a:solidFill>
                  <a:srgbClr val="5F5F5F"/>
                </a:solidFill>
                <a:latin typeface="Arial"/>
                <a:ea typeface="Arial"/>
                <a:cs typeface="Arial"/>
                <a:sym typeface="Arial"/>
              </a:defRPr>
            </a:pPr>
            <a:r>
              <a:t>Oracle генерирует вхождения журнала повторного выполнения в буферах журнала повторного выполнения в SGA.</a:t>
            </a:r>
          </a:p>
          <a:p>
            <a:pPr marL="457200" indent="-317500" algn="just" defTabSz="457200">
              <a:spcBef>
                <a:spcPts val="0"/>
              </a:spcBef>
              <a:buClr>
                <a:srgbClr val="5F5F5F"/>
              </a:buClr>
              <a:buFont typeface="Arial"/>
              <a:defRPr sz="3500">
                <a:solidFill>
                  <a:srgbClr val="5F5F5F"/>
                </a:solidFill>
                <a:latin typeface="Arial"/>
                <a:ea typeface="Arial"/>
                <a:cs typeface="Arial"/>
                <a:sym typeface="Arial"/>
              </a:defRPr>
            </a:pPr>
            <a:r>
              <a:t>Oracle модифицирует буферы базы данных в SGA.</a:t>
            </a:r>
          </a:p>
          <a:p>
            <a:pPr marL="0" indent="0" algn="just" defTabSz="457200">
              <a:spcBef>
                <a:spcPts val="1600"/>
              </a:spcBef>
              <a:buClrTx/>
              <a:buSzTx/>
              <a:buNone/>
              <a:defRPr sz="3500">
                <a:solidFill>
                  <a:srgbClr val="5F5F5F"/>
                </a:solidFill>
                <a:latin typeface="Arial"/>
                <a:ea typeface="Arial"/>
                <a:cs typeface="Arial"/>
                <a:sym typeface="Arial"/>
              </a:defRPr>
            </a:pPr>
            <a:r>
              <a:t>                                                                                                                                                                                                                                                                                                                                                                   </a:t>
            </a:r>
            <a:r>
              <a:rPr b="1"/>
              <a:t>На заметку!</a:t>
            </a:r>
            <a:r>
              <a:t> Перед выдачей оператора </a:t>
            </a:r>
            <a:r>
              <a:rPr i="1"/>
              <a:t>COMMIT</a:t>
            </a:r>
            <a:r>
              <a:t> модифицированные буферы базы данных могут быть записаны на диск. Аналогично, перед выдачей оператора </a:t>
            </a:r>
            <a:r>
              <a:rPr i="1"/>
              <a:t>COMMIT</a:t>
            </a:r>
            <a:r>
              <a:t> вхождения журнала повторного выполнения также могут быть записаны в журнал повторного выполнения.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Оператор COMMIT"/>
          <p:cNvSpPr txBox="1"/>
          <p:nvPr>
            <p:ph type="title" idx="4294967295"/>
          </p:nvPr>
        </p:nvSpPr>
        <p:spPr>
          <a:xfrm>
            <a:off x="6899574" y="772371"/>
            <a:ext cx="10584852" cy="1598244"/>
          </a:xfrm>
          <a:prstGeom prst="rect">
            <a:avLst/>
          </a:prstGeom>
        </p:spPr>
        <p:txBody>
          <a:bodyPr/>
          <a:lstStyle>
            <a:lvl1pPr algn="just" defTabSz="457200">
              <a:lnSpc>
                <a:spcPct val="100000"/>
              </a:lnSpc>
              <a:spcBef>
                <a:spcPts val="800"/>
              </a:spcBef>
              <a:defRPr spc="0">
                <a:latin typeface="Avenir Heavy"/>
                <a:ea typeface="Avenir Heavy"/>
                <a:cs typeface="Avenir Heavy"/>
                <a:sym typeface="Avenir Heavy"/>
              </a:defRPr>
            </a:lvl1pPr>
          </a:lstStyle>
          <a:p>
            <a:pPr/>
            <a:r>
              <a:t>Оператор COMMIT</a:t>
            </a:r>
          </a:p>
        </p:txBody>
      </p:sp>
      <p:sp>
        <p:nvSpPr>
          <p:cNvPr id="159" name="Иногда приводят два методических правила по употреблению COMMIT:…"/>
          <p:cNvSpPr txBox="1"/>
          <p:nvPr/>
        </p:nvSpPr>
        <p:spPr>
          <a:xfrm>
            <a:off x="418511" y="2873165"/>
            <a:ext cx="22970380" cy="3893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spcBef>
                <a:spcPts val="700"/>
              </a:spcBef>
              <a:defRPr sz="3500">
                <a:solidFill>
                  <a:srgbClr val="494949"/>
                </a:solidFill>
                <a:latin typeface="Avenir Book"/>
                <a:ea typeface="Avenir Book"/>
                <a:cs typeface="Avenir Book"/>
                <a:sym typeface="Avenir Book"/>
              </a:defRPr>
            </a:pPr>
            <a:r>
              <a:t>Иногда приводят два методических правила по употреблению </a:t>
            </a:r>
            <a:r>
              <a:rPr>
                <a:solidFill>
                  <a:srgbClr val="8B0000"/>
                </a:solidFill>
              </a:rPr>
              <a:t>COMMIT</a:t>
            </a:r>
            <a:r>
              <a:t>:</a:t>
            </a:r>
            <a:endParaRPr>
              <a:solidFill>
                <a:srgbClr val="000000"/>
              </a:solidFill>
            </a:endParaRPr>
          </a:p>
          <a:p>
            <a:pPr algn="l" defTabSz="457200">
              <a:defRPr sz="3500">
                <a:latin typeface="Avenir Book"/>
                <a:ea typeface="Avenir Book"/>
                <a:cs typeface="Avenir Book"/>
                <a:sym typeface="Avenir Book"/>
              </a:defRPr>
            </a:pPr>
          </a:p>
          <a:p>
            <a:pPr marL="457200" indent="-317500" algn="l" defTabSz="457200">
              <a:spcBef>
                <a:spcPts val="100"/>
              </a:spcBef>
              <a:buClr>
                <a:srgbClr val="494949"/>
              </a:buClr>
              <a:buSzPct val="100000"/>
              <a:buFont typeface="Lucida Grande"/>
              <a:buAutoNum type="arabicPeriod" startAt="1"/>
              <a:defRPr sz="3500">
                <a:solidFill>
                  <a:srgbClr val="494949"/>
                </a:solidFill>
                <a:latin typeface="Avenir Book"/>
                <a:ea typeface="Avenir Book"/>
                <a:cs typeface="Avenir Book"/>
                <a:sym typeface="Avenir Book"/>
              </a:defRPr>
            </a:pPr>
            <a:r>
              <a:t>выдавать </a:t>
            </a:r>
            <a:r>
              <a:rPr>
                <a:solidFill>
                  <a:srgbClr val="8B0000"/>
                </a:solidFill>
              </a:rPr>
              <a:t>COMMIT</a:t>
            </a:r>
            <a:r>
              <a:t>, как только представится возможным, и</a:t>
            </a:r>
            <a:endParaRPr>
              <a:solidFill>
                <a:srgbClr val="000000"/>
              </a:solidFill>
            </a:endParaRPr>
          </a:p>
          <a:p>
            <a:pPr marL="457200" indent="-317500" algn="l" defTabSz="457200">
              <a:spcBef>
                <a:spcPts val="100"/>
              </a:spcBef>
              <a:buClr>
                <a:srgbClr val="494949"/>
              </a:buClr>
              <a:buSzPct val="100000"/>
              <a:buFont typeface="Lucida Grande"/>
              <a:buAutoNum type="arabicPeriod" startAt="1"/>
              <a:defRPr sz="3500">
                <a:solidFill>
                  <a:srgbClr val="494949"/>
                </a:solidFill>
                <a:latin typeface="Avenir Book"/>
                <a:ea typeface="Avenir Book"/>
                <a:cs typeface="Avenir Book"/>
                <a:sym typeface="Avenir Book"/>
              </a:defRPr>
            </a:pPr>
            <a:r>
              <a:t>не выдавать </a:t>
            </a:r>
            <a:r>
              <a:rPr>
                <a:solidFill>
                  <a:srgbClr val="8B0000"/>
                </a:solidFill>
              </a:rPr>
              <a:t>COMMIT</a:t>
            </a:r>
            <a:r>
              <a:t> раньше необходимого.</a:t>
            </a:r>
            <a:endParaRPr>
              <a:solidFill>
                <a:srgbClr val="000000"/>
              </a:solidFill>
            </a:endParaRPr>
          </a:p>
          <a:p>
            <a:pPr algn="l" defTabSz="457200">
              <a:defRPr sz="3500">
                <a:latin typeface="Avenir Book"/>
                <a:ea typeface="Avenir Book"/>
                <a:cs typeface="Avenir Book"/>
                <a:sym typeface="Avenir Book"/>
              </a:defRPr>
            </a:pPr>
          </a:p>
          <a:p>
            <a:pPr algn="l" defTabSz="457200">
              <a:spcBef>
                <a:spcPts val="700"/>
              </a:spcBef>
              <a:defRPr sz="3500">
                <a:solidFill>
                  <a:srgbClr val="494949"/>
                </a:solidFill>
                <a:latin typeface="Avenir Book"/>
                <a:ea typeface="Avenir Book"/>
                <a:cs typeface="Avenir Book"/>
                <a:sym typeface="Avenir Book"/>
              </a:defRPr>
            </a:pPr>
            <a:r>
              <a:t>Операция </a:t>
            </a:r>
            <a:r>
              <a:rPr>
                <a:solidFill>
                  <a:srgbClr val="8B0000"/>
                </a:solidFill>
              </a:rPr>
              <a:t>COMMIT</a:t>
            </a:r>
            <a:r>
              <a:t> затратна для СУБД и при особо частой выдаче может заметно тормозить работу СУБД.</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1" name="Когда транзакция Oracle фиксируется, происходят описанные ниже события.…"/>
          <p:cNvSpPr txBox="1"/>
          <p:nvPr/>
        </p:nvSpPr>
        <p:spPr>
          <a:xfrm>
            <a:off x="489429" y="2812082"/>
            <a:ext cx="23405141" cy="496385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just" defTabSz="457200">
              <a:spcBef>
                <a:spcPts val="1600"/>
              </a:spcBef>
              <a:defRPr sz="3500">
                <a:solidFill>
                  <a:srgbClr val="5F5F5F"/>
                </a:solidFill>
                <a:latin typeface="Arial"/>
                <a:ea typeface="Arial"/>
                <a:cs typeface="Arial"/>
                <a:sym typeface="Arial"/>
              </a:defRPr>
            </a:pPr>
            <a:r>
              <a:t>Когда транзакция Oracle фиксируется, происходят описанные ниже события.</a:t>
            </a:r>
          </a:p>
          <a:p>
            <a:pPr algn="just" defTabSz="457200">
              <a:spcBef>
                <a:spcPts val="1600"/>
              </a:spcBef>
              <a:defRPr sz="3500">
                <a:solidFill>
                  <a:srgbClr val="5F5F5F"/>
                </a:solidFill>
                <a:latin typeface="Arial"/>
                <a:ea typeface="Arial"/>
                <a:cs typeface="Arial"/>
                <a:sym typeface="Arial"/>
              </a:defRPr>
            </a:pPr>
            <a:r>
              <a:t>1. Таблицы транзакций в записях повторного выполнения помечаются уникальным системным номером изменения (system change number — SCN) зафиксированной транзакции.</a:t>
            </a:r>
          </a:p>
          <a:p>
            <a:pPr algn="just" defTabSz="457200">
              <a:spcBef>
                <a:spcPts val="1600"/>
              </a:spcBef>
              <a:defRPr sz="3500">
                <a:solidFill>
                  <a:srgbClr val="5F5F5F"/>
                </a:solidFill>
                <a:latin typeface="Arial"/>
                <a:ea typeface="Arial"/>
                <a:cs typeface="Arial"/>
                <a:sym typeface="Arial"/>
              </a:defRPr>
            </a:pPr>
            <a:r>
              <a:t>2. Процесс-писатель журнала записывает информацию в журнал повторного выполнения на диске из буфера журнала повторного выполнения, вместе с SCN транзакции. В этот момент фиксация считается завершенной в Oracle.</a:t>
            </a:r>
          </a:p>
          <a:p>
            <a:pPr algn="just" defTabSz="457200">
              <a:spcBef>
                <a:spcPts val="1600"/>
              </a:spcBef>
              <a:defRPr sz="3500">
                <a:solidFill>
                  <a:srgbClr val="5F5F5F"/>
                </a:solidFill>
                <a:latin typeface="Arial"/>
                <a:ea typeface="Arial"/>
                <a:cs typeface="Arial"/>
                <a:sym typeface="Arial"/>
              </a:defRPr>
            </a:pPr>
            <a:r>
              <a:t>3. Все удерживаемые Oracle блокировки освобождаются, и Oracle помечает транзакцию как зафиксированную.</a:t>
            </a:r>
          </a:p>
        </p:txBody>
      </p:sp>
      <p:sp>
        <p:nvSpPr>
          <p:cNvPr id="162" name="Фиксация транзакций"/>
          <p:cNvSpPr txBox="1"/>
          <p:nvPr>
            <p:ph type="title" idx="4294967295"/>
          </p:nvPr>
        </p:nvSpPr>
        <p:spPr>
          <a:xfrm>
            <a:off x="1270000" y="812800"/>
            <a:ext cx="21844000" cy="1562100"/>
          </a:xfrm>
          <a:prstGeom prst="rect">
            <a:avLst/>
          </a:prstGeom>
        </p:spPr>
        <p:txBody>
          <a:bodyPr/>
          <a:lstStyle/>
          <a:p>
            <a:pPr/>
            <a:r>
              <a:t>Фиксация транзакций</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 name="Опции Commit"/>
          <p:cNvSpPr txBox="1"/>
          <p:nvPr>
            <p:ph type="title"/>
          </p:nvPr>
        </p:nvSpPr>
        <p:spPr>
          <a:prstGeom prst="rect">
            <a:avLst/>
          </a:prstGeom>
        </p:spPr>
        <p:txBody>
          <a:bodyPr/>
          <a:lstStyle/>
          <a:p>
            <a:pPr/>
            <a:r>
              <a:t>Опции Commit</a:t>
            </a:r>
          </a:p>
        </p:txBody>
      </p:sp>
      <p:sp>
        <p:nvSpPr>
          <p:cNvPr id="165" name="Поведение оператора COMMIT по умолчанию, которое чаще всего применяется, состоит в использовании опций IMMEDIATE и WAIT.…"/>
          <p:cNvSpPr txBox="1"/>
          <p:nvPr>
            <p:ph type="body" idx="1"/>
          </p:nvPr>
        </p:nvSpPr>
        <p:spPr>
          <a:xfrm>
            <a:off x="497820" y="2638370"/>
            <a:ext cx="22616180" cy="10061630"/>
          </a:xfrm>
          <a:prstGeom prst="rect">
            <a:avLst/>
          </a:prstGeom>
        </p:spPr>
        <p:txBody>
          <a:bodyPr/>
          <a:lstStyle/>
          <a:p>
            <a:pPr marL="0" indent="0" algn="just" defTabSz="457200">
              <a:spcBef>
                <a:spcPts val="1600"/>
              </a:spcBef>
              <a:buClrTx/>
              <a:buSzTx/>
              <a:buNone/>
              <a:defRPr sz="3500">
                <a:solidFill>
                  <a:srgbClr val="5F5F5F"/>
                </a:solidFill>
                <a:latin typeface="Arial"/>
                <a:ea typeface="Arial"/>
                <a:cs typeface="Arial"/>
                <a:sym typeface="Arial"/>
              </a:defRPr>
            </a:pPr>
            <a:r>
              <a:t>Поведение оператора </a:t>
            </a:r>
            <a:r>
              <a:rPr i="1"/>
              <a:t>COMMIT</a:t>
            </a:r>
            <a:r>
              <a:t> по умолчанию, которое чаще всего применяется, состоит в использовании опций </a:t>
            </a:r>
            <a:r>
              <a:rPr i="1"/>
              <a:t>IMMEDIATE</a:t>
            </a:r>
            <a:r>
              <a:t> и </a:t>
            </a:r>
            <a:r>
              <a:rPr i="1"/>
              <a:t>WAIT</a:t>
            </a:r>
            <a:r>
              <a:t>.</a:t>
            </a:r>
          </a:p>
          <a:p>
            <a:pPr marL="457200" indent="-317500" algn="just" defTabSz="457200">
              <a:spcBef>
                <a:spcPts val="0"/>
              </a:spcBef>
              <a:buClr>
                <a:srgbClr val="5F5F5F"/>
              </a:buClr>
              <a:buFont typeface="Arial"/>
              <a:defRPr sz="3500">
                <a:solidFill>
                  <a:srgbClr val="5F5F5F"/>
                </a:solidFill>
                <a:latin typeface="Arial"/>
                <a:ea typeface="Arial"/>
                <a:cs typeface="Arial"/>
                <a:sym typeface="Arial"/>
              </a:defRPr>
            </a:pPr>
            <a:r>
              <a:rPr i="1"/>
              <a:t>IMMEDIATE</a:t>
            </a:r>
            <a:r>
              <a:t> или BATCH. С помощью опции </a:t>
            </a:r>
            <a:r>
              <a:rPr i="1"/>
              <a:t>IMMEDIATE</a:t>
            </a:r>
            <a:r>
              <a:t> писатель журнала немедленно переносит на диск записи журнала повторного выполнения для зафиксированной транзакции. Если вы предпочитаете, чтобы он вместо этого выполнял буферизацию их в памяти, откладывая запись до удобного момента, укажите опцию </a:t>
            </a:r>
            <a:r>
              <a:rPr i="1"/>
              <a:t>BATCH</a:t>
            </a:r>
            <a:r>
              <a:t>.</a:t>
            </a:r>
          </a:p>
          <a:p>
            <a:pPr marL="457200" indent="-317500" algn="just" defTabSz="457200">
              <a:spcBef>
                <a:spcPts val="0"/>
              </a:spcBef>
              <a:buClr>
                <a:srgbClr val="5F5F5F"/>
              </a:buClr>
              <a:buFont typeface="Arial"/>
              <a:defRPr sz="3500">
                <a:solidFill>
                  <a:srgbClr val="5F5F5F"/>
                </a:solidFill>
                <a:latin typeface="Arial"/>
                <a:ea typeface="Arial"/>
                <a:cs typeface="Arial"/>
                <a:sym typeface="Arial"/>
              </a:defRPr>
            </a:pPr>
            <a:r>
              <a:rPr i="1"/>
              <a:t>WAIT</a:t>
            </a:r>
            <a:r>
              <a:t> или </a:t>
            </a:r>
            <a:r>
              <a:rPr i="1"/>
              <a:t>NOWAIT</a:t>
            </a:r>
            <a:r>
              <a:t>. С помощью опции </a:t>
            </a:r>
            <a:r>
              <a:rPr i="1"/>
              <a:t>WAIT</a:t>
            </a:r>
            <a:r>
              <a:t> оператор </a:t>
            </a:r>
            <a:r>
              <a:rPr i="1"/>
              <a:t>COMMIT</a:t>
            </a:r>
            <a:r>
              <a:t> не возвращает успешно управления до тех пор, пока записи журнала повторного выполнения не будут успешно занесены на диск. Если вы хотите, чтобы </a:t>
            </a:r>
            <a:r>
              <a:rPr i="1"/>
              <a:t>COMMIT</a:t>
            </a:r>
            <a:r>
              <a:t> возвращал управление, не ожидая записи в журнал, примените опцию </a:t>
            </a:r>
            <a:r>
              <a:rPr i="1"/>
              <a:t>NOWAIT</a:t>
            </a:r>
            <a:r>
              <a:t>.</a:t>
            </a:r>
          </a:p>
          <a:p>
            <a:pPr marL="0" indent="0" algn="just" defTabSz="457200">
              <a:spcBef>
                <a:spcPts val="1600"/>
              </a:spcBef>
              <a:buClrTx/>
              <a:buSzTx/>
              <a:buNone/>
              <a:defRPr sz="3500">
                <a:solidFill>
                  <a:srgbClr val="5F5F5F"/>
                </a:solidFill>
                <a:latin typeface="Arial"/>
                <a:ea typeface="Arial"/>
                <a:cs typeface="Arial"/>
                <a:sym typeface="Arial"/>
              </a:defRPr>
            </a:pPr>
            <a:r>
              <a:t>Как видите, поведение по умолчанию заключается в том, что после фиксации немедленно происходит операция ввода-вывода на диск, а это приводит к небольшой задержке при завершении транзакции. Для определенных типов длительных транзакций может понадобиться избежать такой задержки, связанной с частой записью в журнал повторного выполнения и ожиданием подтверждения этой операции.</a:t>
            </a:r>
          </a:p>
          <a:p>
            <a:pPr marL="0" indent="0" algn="just" defTabSz="457200">
              <a:spcBef>
                <a:spcPts val="1600"/>
              </a:spcBef>
              <a:buClrTx/>
              <a:buSzTx/>
              <a:buNone/>
              <a:defRPr sz="3500">
                <a:solidFill>
                  <a:srgbClr val="5F5F5F"/>
                </a:solidFill>
                <a:latin typeface="Arial"/>
                <a:ea typeface="Arial"/>
                <a:cs typeface="Arial"/>
                <a:sym typeface="Arial"/>
              </a:defRPr>
            </a:pPr>
            <a:r>
              <a:t>Поведение по умолчанию изменяется с помощью параметра инициализации </a:t>
            </a:r>
            <a:r>
              <a:rPr i="1"/>
              <a:t>COMMIT_WAIT</a:t>
            </a:r>
            <a:r>
              <a:t> и </a:t>
            </a:r>
            <a:r>
              <a:rPr i="1"/>
              <a:t>COMMIT_LOGGING</a:t>
            </a:r>
            <a:r>
              <a:t>.</a:t>
            </a:r>
          </a:p>
          <a:p>
            <a:pPr marL="0" indent="0" algn="just" defTabSz="457200">
              <a:spcBef>
                <a:spcPts val="1600"/>
              </a:spcBef>
              <a:buClrTx/>
              <a:buSzTx/>
              <a:buNone/>
              <a:defRPr sz="3500">
                <a:solidFill>
                  <a:srgbClr val="5F5F5F"/>
                </a:solidFill>
                <a:latin typeface="Arial"/>
                <a:ea typeface="Arial"/>
                <a:cs typeface="Arial"/>
                <a:sym typeface="Arial"/>
              </a:defRPr>
            </a:pPr>
            <a:r>
              <a:t>Используйте параметр </a:t>
            </a:r>
            <a:r>
              <a:rPr i="1"/>
              <a:t>COMMIT_WAIT</a:t>
            </a:r>
            <a:r>
              <a:t> для контроля момента, когда база данных сбрасывает информацию о фиксации в журнал повторного выполнения. Применяйте параметр </a:t>
            </a:r>
            <a:r>
              <a:rPr i="1"/>
              <a:t>COMMIT_LOGGING</a:t>
            </a:r>
            <a:r>
              <a:t> для управления пакетированием процесса записи журнала.</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7" name="Снимок экрана 2022-03-03 в 13.36.14.png" descr="Снимок экрана 2022-03-03 в 13.36.14.png"/>
          <p:cNvPicPr>
            <a:picLocks noChangeAspect="1"/>
          </p:cNvPicPr>
          <p:nvPr/>
        </p:nvPicPr>
        <p:blipFill>
          <a:blip r:embed="rId2">
            <a:extLst/>
          </a:blip>
          <a:stretch>
            <a:fillRect/>
          </a:stretch>
        </p:blipFill>
        <p:spPr>
          <a:xfrm>
            <a:off x="441372" y="3614407"/>
            <a:ext cx="7131396" cy="3783235"/>
          </a:xfrm>
          <a:prstGeom prst="rect">
            <a:avLst/>
          </a:prstGeom>
          <a:ln w="12700">
            <a:miter lim="400000"/>
          </a:ln>
        </p:spPr>
      </p:pic>
      <p:pic>
        <p:nvPicPr>
          <p:cNvPr id="168" name="Снимок экрана 2022-03-03 в 13.37.15.png" descr="Снимок экрана 2022-03-03 в 13.37.15.png"/>
          <p:cNvPicPr>
            <a:picLocks noChangeAspect="1"/>
          </p:cNvPicPr>
          <p:nvPr/>
        </p:nvPicPr>
        <p:blipFill>
          <a:blip r:embed="rId3">
            <a:extLst/>
          </a:blip>
          <a:stretch>
            <a:fillRect/>
          </a:stretch>
        </p:blipFill>
        <p:spPr>
          <a:xfrm>
            <a:off x="8079820" y="2296551"/>
            <a:ext cx="7279895" cy="1188981"/>
          </a:xfrm>
          <a:prstGeom prst="rect">
            <a:avLst/>
          </a:prstGeom>
          <a:ln w="12700">
            <a:miter lim="400000"/>
          </a:ln>
        </p:spPr>
      </p:pic>
      <p:pic>
        <p:nvPicPr>
          <p:cNvPr id="169" name="Снимок экрана 2022-03-03 в 13.37.57.png" descr="Снимок экрана 2022-03-03 в 13.37.57.png"/>
          <p:cNvPicPr>
            <a:picLocks noChangeAspect="1"/>
          </p:cNvPicPr>
          <p:nvPr/>
        </p:nvPicPr>
        <p:blipFill>
          <a:blip r:embed="rId4">
            <a:extLst/>
          </a:blip>
          <a:stretch>
            <a:fillRect/>
          </a:stretch>
        </p:blipFill>
        <p:spPr>
          <a:xfrm>
            <a:off x="15749510" y="336736"/>
            <a:ext cx="8084055" cy="4167191"/>
          </a:xfrm>
          <a:prstGeom prst="rect">
            <a:avLst/>
          </a:prstGeom>
          <a:ln w="12700">
            <a:miter lim="400000"/>
          </a:ln>
        </p:spPr>
      </p:pic>
      <p:pic>
        <p:nvPicPr>
          <p:cNvPr id="170" name="Снимок экрана 2022-03-03 в 13.39.40.png" descr="Снимок экрана 2022-03-03 в 13.39.40.png"/>
          <p:cNvPicPr>
            <a:picLocks noChangeAspect="1"/>
          </p:cNvPicPr>
          <p:nvPr/>
        </p:nvPicPr>
        <p:blipFill>
          <a:blip r:embed="rId5">
            <a:extLst/>
          </a:blip>
          <a:stretch>
            <a:fillRect/>
          </a:stretch>
        </p:blipFill>
        <p:spPr>
          <a:xfrm>
            <a:off x="8107423" y="6232846"/>
            <a:ext cx="7173888" cy="1250308"/>
          </a:xfrm>
          <a:prstGeom prst="rect">
            <a:avLst/>
          </a:prstGeom>
          <a:ln w="12700">
            <a:miter lim="400000"/>
          </a:ln>
        </p:spPr>
      </p:pic>
      <p:pic>
        <p:nvPicPr>
          <p:cNvPr id="171" name="Снимок экрана 2022-03-03 в 13.40.07.png" descr="Снимок экрана 2022-03-03 в 13.40.07.png"/>
          <p:cNvPicPr>
            <a:picLocks noChangeAspect="1"/>
          </p:cNvPicPr>
          <p:nvPr/>
        </p:nvPicPr>
        <p:blipFill>
          <a:blip r:embed="rId6">
            <a:extLst/>
          </a:blip>
          <a:stretch>
            <a:fillRect/>
          </a:stretch>
        </p:blipFill>
        <p:spPr>
          <a:xfrm>
            <a:off x="15731731" y="4767877"/>
            <a:ext cx="8119613" cy="4088806"/>
          </a:xfrm>
          <a:prstGeom prst="rect">
            <a:avLst/>
          </a:prstGeom>
          <a:ln w="12700">
            <a:miter lim="400000"/>
          </a:ln>
        </p:spPr>
      </p:pic>
      <p:pic>
        <p:nvPicPr>
          <p:cNvPr id="172" name="Снимок экрана 2022-03-03 в 13.41.21.png" descr="Снимок экрана 2022-03-03 в 13.41.21.png"/>
          <p:cNvPicPr>
            <a:picLocks noChangeAspect="1"/>
          </p:cNvPicPr>
          <p:nvPr/>
        </p:nvPicPr>
        <p:blipFill>
          <a:blip r:embed="rId7">
            <a:extLst/>
          </a:blip>
          <a:stretch>
            <a:fillRect/>
          </a:stretch>
        </p:blipFill>
        <p:spPr>
          <a:xfrm>
            <a:off x="8107423" y="10481573"/>
            <a:ext cx="7173888" cy="1425866"/>
          </a:xfrm>
          <a:prstGeom prst="rect">
            <a:avLst/>
          </a:prstGeom>
          <a:ln w="12700">
            <a:miter lim="400000"/>
          </a:ln>
        </p:spPr>
      </p:pic>
      <p:pic>
        <p:nvPicPr>
          <p:cNvPr id="173" name="Снимок экрана 2022-03-03 в 13.42.31.png" descr="Снимок экрана 2022-03-03 в 13.42.31.png"/>
          <p:cNvPicPr>
            <a:picLocks noChangeAspect="1"/>
          </p:cNvPicPr>
          <p:nvPr/>
        </p:nvPicPr>
        <p:blipFill>
          <a:blip r:embed="rId8">
            <a:extLst/>
          </a:blip>
          <a:stretch>
            <a:fillRect/>
          </a:stretch>
        </p:blipFill>
        <p:spPr>
          <a:xfrm>
            <a:off x="15815966" y="9120633"/>
            <a:ext cx="8119614" cy="4147745"/>
          </a:xfrm>
          <a:prstGeom prst="rect">
            <a:avLst/>
          </a:prstGeom>
          <a:ln w="12700">
            <a:miter lim="400000"/>
          </a:ln>
        </p:spPr>
      </p:pic>
      <p:pic>
        <p:nvPicPr>
          <p:cNvPr id="174" name="Снимок экрана 2022-03-03 в 13.44.24.png" descr="Снимок экрана 2022-03-03 в 13.44.24.png"/>
          <p:cNvPicPr>
            <a:picLocks noChangeAspect="1"/>
          </p:cNvPicPr>
          <p:nvPr/>
        </p:nvPicPr>
        <p:blipFill>
          <a:blip r:embed="rId9">
            <a:extLst/>
          </a:blip>
          <a:stretch>
            <a:fillRect/>
          </a:stretch>
        </p:blipFill>
        <p:spPr>
          <a:xfrm>
            <a:off x="441372" y="8113399"/>
            <a:ext cx="7131396" cy="1935045"/>
          </a:xfrm>
          <a:prstGeom prst="rect">
            <a:avLst/>
          </a:prstGeom>
          <a:ln w="12700">
            <a:miter lim="400000"/>
          </a:ln>
        </p:spPr>
      </p:pic>
      <p:sp>
        <p:nvSpPr>
          <p:cNvPr id="175" name="Вызываем эти функции"/>
          <p:cNvSpPr txBox="1"/>
          <p:nvPr/>
        </p:nvSpPr>
        <p:spPr>
          <a:xfrm>
            <a:off x="1735436" y="11677058"/>
            <a:ext cx="3424429" cy="520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r>
              <a:t>Вызываем эти функции</a:t>
            </a:r>
          </a:p>
        </p:txBody>
      </p:sp>
      <p:sp>
        <p:nvSpPr>
          <p:cNvPr id="176" name="Примеры использования Wait, logging, batch и immediate"/>
          <p:cNvSpPr txBox="1"/>
          <p:nvPr/>
        </p:nvSpPr>
        <p:spPr>
          <a:xfrm>
            <a:off x="367122" y="260734"/>
            <a:ext cx="7279896" cy="3352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4700"/>
            </a:lvl1pPr>
          </a:lstStyle>
          <a:p>
            <a:pPr/>
            <a:r>
              <a:t>Примеры использования Wait, logging, batch и immediate </a:t>
            </a:r>
          </a:p>
        </p:txBody>
      </p:sp>
      <p:sp>
        <p:nvSpPr>
          <p:cNvPr id="177" name="Линия"/>
          <p:cNvSpPr/>
          <p:nvPr/>
        </p:nvSpPr>
        <p:spPr>
          <a:xfrm flipV="1">
            <a:off x="3447650" y="10385105"/>
            <a:ext cx="1" cy="955292"/>
          </a:xfrm>
          <a:prstGeom prst="line">
            <a:avLst/>
          </a:prstGeom>
          <a:ln w="25400">
            <a:solidFill>
              <a:srgbClr val="000000"/>
            </a:solidFill>
            <a:miter lim="400000"/>
            <a:tailEnd type="triangle"/>
          </a:ln>
        </p:spPr>
        <p:txBody>
          <a:bodyPr lIns="50800" tIns="50800" rIns="50800" bIns="50800" anchor="ctr"/>
          <a:lstStyle/>
          <a:p>
            <a:pPr/>
          </a:p>
        </p:txBody>
      </p:sp>
      <p:sp>
        <p:nvSpPr>
          <p:cNvPr id="178" name="semtimedop: этот параметр используется серверным процессом для ожидания записи журнала…"/>
          <p:cNvSpPr txBox="1"/>
          <p:nvPr/>
        </p:nvSpPr>
        <p:spPr>
          <a:xfrm>
            <a:off x="2646939" y="12534420"/>
            <a:ext cx="12634372" cy="939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a:defRPr sz="1600"/>
            </a:pPr>
            <a:r>
              <a:t>semtimedop: этот параметр используется серверным процессом для ожидания записи журнала</a:t>
            </a:r>
          </a:p>
          <a:p>
            <a:pPr algn="l">
              <a:defRPr sz="1600"/>
            </a:pPr>
          </a:p>
          <a:p>
            <a:pPr algn="l">
              <a:defRPr sz="1600"/>
            </a:pPr>
            <a:r>
              <a:t>io_submit: этот параметр используется средством записи журнала для записи данных повтора в файлы журнала повтора (REDO)</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Примеры использования Wait, logging, batch и immediate"/>
          <p:cNvSpPr txBox="1"/>
          <p:nvPr/>
        </p:nvSpPr>
        <p:spPr>
          <a:xfrm>
            <a:off x="1950965" y="270953"/>
            <a:ext cx="20482070" cy="304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8500"/>
            </a:lvl1pPr>
          </a:lstStyle>
          <a:p>
            <a:pPr/>
            <a:r>
              <a:t>Примеры использования Wait, logging, batch и immediate </a:t>
            </a:r>
          </a:p>
        </p:txBody>
      </p:sp>
      <p:pic>
        <p:nvPicPr>
          <p:cNvPr id="181" name="Снимок экрана 2022-03-03 в 14.52.49.png" descr="Снимок экрана 2022-03-03 в 14.52.49.png"/>
          <p:cNvPicPr>
            <a:picLocks noChangeAspect="1"/>
          </p:cNvPicPr>
          <p:nvPr/>
        </p:nvPicPr>
        <p:blipFill>
          <a:blip r:embed="rId2">
            <a:extLst/>
          </a:blip>
          <a:srcRect l="0" t="0" r="0" b="0"/>
          <a:stretch>
            <a:fillRect/>
          </a:stretch>
        </p:blipFill>
        <p:spPr>
          <a:xfrm>
            <a:off x="760046" y="4753300"/>
            <a:ext cx="12700527" cy="5678602"/>
          </a:xfrm>
          <a:prstGeom prst="rect">
            <a:avLst/>
          </a:prstGeom>
          <a:ln w="12700">
            <a:miter lim="400000"/>
          </a:ln>
        </p:spPr>
      </p:pic>
      <p:sp>
        <p:nvSpPr>
          <p:cNvPr id="182" name="Здесь разрыв транзакции достигается форсированной перезагрузкой СУБД: STARTUP FORCE.…"/>
          <p:cNvSpPr txBox="1"/>
          <p:nvPr/>
        </p:nvSpPr>
        <p:spPr>
          <a:xfrm>
            <a:off x="15123829" y="4029325"/>
            <a:ext cx="8201295" cy="75057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700"/>
              </a:spcBef>
              <a:defRPr sz="3500">
                <a:solidFill>
                  <a:srgbClr val="494949"/>
                </a:solidFill>
                <a:latin typeface="Avenir Book"/>
                <a:ea typeface="Avenir Book"/>
                <a:cs typeface="Avenir Book"/>
                <a:sym typeface="Avenir Book"/>
              </a:defRPr>
            </a:pPr>
            <a:r>
              <a:t>Здесь разрыв транзакции достигается форсированной перезагрузкой СУБД: </a:t>
            </a:r>
            <a:r>
              <a:rPr>
                <a:solidFill>
                  <a:srgbClr val="8B0000"/>
                </a:solidFill>
              </a:rPr>
              <a:t>STARTUP FORCE</a:t>
            </a:r>
            <a:r>
              <a:t>.</a:t>
            </a:r>
            <a:endParaRPr>
              <a:solidFill>
                <a:srgbClr val="000000"/>
              </a:solidFill>
            </a:endParaRPr>
          </a:p>
          <a:p>
            <a:pPr algn="l" defTabSz="457200">
              <a:defRPr sz="3500">
                <a:latin typeface="Avenir Book"/>
                <a:ea typeface="Avenir Book"/>
                <a:cs typeface="Avenir Book"/>
                <a:sym typeface="Avenir Book"/>
              </a:defRPr>
            </a:pPr>
          </a:p>
          <a:p>
            <a:pPr algn="l" defTabSz="457200">
              <a:spcBef>
                <a:spcPts val="700"/>
              </a:spcBef>
              <a:defRPr sz="3500">
                <a:solidFill>
                  <a:srgbClr val="494949"/>
                </a:solidFill>
                <a:latin typeface="Avenir Book"/>
                <a:ea typeface="Avenir Book"/>
                <a:cs typeface="Avenir Book"/>
                <a:sym typeface="Avenir Book"/>
              </a:defRPr>
            </a:pPr>
            <a:r>
              <a:t>Любое из указаний </a:t>
            </a:r>
            <a:r>
              <a:rPr>
                <a:solidFill>
                  <a:srgbClr val="8B0000"/>
                </a:solidFill>
              </a:rPr>
              <a:t>BATCH</a:t>
            </a:r>
            <a:r>
              <a:t> или </a:t>
            </a:r>
            <a:r>
              <a:rPr>
                <a:solidFill>
                  <a:srgbClr val="8B0000"/>
                </a:solidFill>
                <a:latin typeface="Avenir Book Oblique"/>
                <a:ea typeface="Avenir Book Oblique"/>
                <a:cs typeface="Avenir Book Oblique"/>
                <a:sym typeface="Avenir Book Oblique"/>
              </a:rPr>
              <a:t>NOWAIT</a:t>
            </a:r>
            <a:r>
              <a:t> в команде </a:t>
            </a:r>
            <a:r>
              <a:rPr>
                <a:solidFill>
                  <a:srgbClr val="8B0000"/>
                </a:solidFill>
              </a:rPr>
              <a:t>COMMIT WRITE</a:t>
            </a:r>
            <a:r>
              <a:t> отменяет гарантию со стороны СУБД попадания последних изменений в БД в случае сбоя, невзирая на выдачу программой пользователя </a:t>
            </a:r>
            <a:r>
              <a:rPr>
                <a:solidFill>
                  <a:srgbClr val="8B0000"/>
                </a:solidFill>
              </a:rPr>
              <a:t>COMMIT</a:t>
            </a:r>
            <a:r>
              <a:t>.</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 name="Простой пример оптимизации COMMIT"/>
          <p:cNvSpPr txBox="1"/>
          <p:nvPr/>
        </p:nvSpPr>
        <p:spPr>
          <a:xfrm>
            <a:off x="1950965" y="270953"/>
            <a:ext cx="20482070" cy="3048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defRPr b="1" sz="8500"/>
            </a:lvl1pPr>
          </a:lstStyle>
          <a:p>
            <a:pPr/>
            <a:r>
              <a:t>Простой пример оптимизации COMMIT</a:t>
            </a:r>
          </a:p>
        </p:txBody>
      </p:sp>
      <p:pic>
        <p:nvPicPr>
          <p:cNvPr id="185" name="Снимок экрана 2022-03-03 в 15.10.18.png" descr="Снимок экрана 2022-03-03 в 15.10.18.png"/>
          <p:cNvPicPr>
            <a:picLocks noChangeAspect="1"/>
          </p:cNvPicPr>
          <p:nvPr/>
        </p:nvPicPr>
        <p:blipFill>
          <a:blip r:embed="rId2">
            <a:extLst/>
          </a:blip>
          <a:stretch>
            <a:fillRect/>
          </a:stretch>
        </p:blipFill>
        <p:spPr>
          <a:xfrm>
            <a:off x="491350" y="4891954"/>
            <a:ext cx="6625699" cy="5465147"/>
          </a:xfrm>
          <a:prstGeom prst="rect">
            <a:avLst/>
          </a:prstGeom>
          <a:ln w="12700">
            <a:miter lim="400000"/>
          </a:ln>
        </p:spPr>
      </p:pic>
      <p:pic>
        <p:nvPicPr>
          <p:cNvPr id="186" name="Снимок экрана 2022-03-03 в 15.10.44.png" descr="Снимок экрана 2022-03-03 в 15.10.44.png"/>
          <p:cNvPicPr>
            <a:picLocks noChangeAspect="1"/>
          </p:cNvPicPr>
          <p:nvPr/>
        </p:nvPicPr>
        <p:blipFill>
          <a:blip r:embed="rId3">
            <a:extLst/>
          </a:blip>
          <a:stretch>
            <a:fillRect/>
          </a:stretch>
        </p:blipFill>
        <p:spPr>
          <a:xfrm>
            <a:off x="17890873" y="4819324"/>
            <a:ext cx="6040473" cy="5610407"/>
          </a:xfrm>
          <a:prstGeom prst="rect">
            <a:avLst/>
          </a:prstGeom>
          <a:ln w="12700">
            <a:miter lim="400000"/>
          </a:ln>
        </p:spPr>
      </p:pic>
      <p:pic>
        <p:nvPicPr>
          <p:cNvPr id="187" name="Снимок экрана 2022-03-03 в 15.11.37.png" descr="Снимок экрана 2022-03-03 в 15.11.37.png"/>
          <p:cNvPicPr>
            <a:picLocks noChangeAspect="1"/>
          </p:cNvPicPr>
          <p:nvPr/>
        </p:nvPicPr>
        <p:blipFill>
          <a:blip r:embed="rId4">
            <a:extLst/>
          </a:blip>
          <a:stretch>
            <a:fillRect/>
          </a:stretch>
        </p:blipFill>
        <p:spPr>
          <a:xfrm>
            <a:off x="8224336" y="5067766"/>
            <a:ext cx="8559250" cy="1721282"/>
          </a:xfrm>
          <a:prstGeom prst="rect">
            <a:avLst/>
          </a:prstGeom>
          <a:ln w="12700">
            <a:miter lim="400000"/>
          </a:ln>
        </p:spPr>
      </p:pic>
      <p:sp>
        <p:nvSpPr>
          <p:cNvPr id="188" name="Здесь использование функции MOD замедлило выполнение процедуры на 5 секунд"/>
          <p:cNvSpPr txBox="1"/>
          <p:nvPr/>
        </p:nvSpPr>
        <p:spPr>
          <a:xfrm>
            <a:off x="8403314" y="8537860"/>
            <a:ext cx="8201295" cy="19304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lvl1pPr algn="l" defTabSz="457200">
              <a:spcBef>
                <a:spcPts val="700"/>
              </a:spcBef>
              <a:defRPr sz="3500">
                <a:solidFill>
                  <a:srgbClr val="494949"/>
                </a:solidFill>
                <a:latin typeface="Avenir Book"/>
                <a:ea typeface="Avenir Book"/>
                <a:cs typeface="Avenir Book"/>
                <a:sym typeface="Avenir Book"/>
              </a:defRPr>
            </a:lvl1pPr>
          </a:lstStyle>
          <a:p>
            <a:pPr/>
            <a:r>
              <a:t>Здесь использование функции MOD замедлило выполнение процедуры на 5 секунд</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Logging/nologging"/>
          <p:cNvSpPr txBox="1"/>
          <p:nvPr>
            <p:ph type="title"/>
          </p:nvPr>
        </p:nvSpPr>
        <p:spPr>
          <a:prstGeom prst="rect">
            <a:avLst/>
          </a:prstGeom>
        </p:spPr>
        <p:txBody>
          <a:bodyPr/>
          <a:lstStyle/>
          <a:p>
            <a:pPr/>
            <a:r>
              <a:t>Logging/nologging</a:t>
            </a:r>
          </a:p>
        </p:txBody>
      </p:sp>
      <p:sp>
        <p:nvSpPr>
          <p:cNvPr id="191" name="Помогает управлять опцией Direct path writes (прямой путь записи в файлы данных), чтобы уменьшить генерацию REDO и UNDO. Это один из нескольких способов контролировать деликатный баланс между восстанавливаемостью данных и производительностью."/>
          <p:cNvSpPr txBox="1"/>
          <p:nvPr>
            <p:ph type="body" idx="1"/>
          </p:nvPr>
        </p:nvSpPr>
        <p:spPr>
          <a:xfrm>
            <a:off x="677580" y="3234019"/>
            <a:ext cx="21844001" cy="8432801"/>
          </a:xfrm>
          <a:prstGeom prst="rect">
            <a:avLst/>
          </a:prstGeom>
        </p:spPr>
        <p:txBody>
          <a:bodyPr/>
          <a:lstStyle/>
          <a:p>
            <a:pPr marL="0" indent="0" defTabSz="457200">
              <a:spcBef>
                <a:spcPts val="1600"/>
              </a:spcBef>
              <a:buClrTx/>
              <a:buSzTx/>
              <a:buNone/>
              <a:defRPr sz="4200">
                <a:solidFill>
                  <a:srgbClr val="232629"/>
                </a:solidFill>
                <a:latin typeface="Avenir Book"/>
                <a:ea typeface="Avenir Book"/>
                <a:cs typeface="Avenir Book"/>
                <a:sym typeface="Avenir Book"/>
              </a:defRPr>
            </a:pPr>
            <a:r>
              <a:t>Помогает управлять опцией </a:t>
            </a:r>
            <a:r>
              <a:rPr>
                <a:latin typeface="Avenir Book Oblique"/>
                <a:ea typeface="Avenir Book Oblique"/>
                <a:cs typeface="Avenir Book Oblique"/>
                <a:sym typeface="Avenir Book Oblique"/>
              </a:rPr>
              <a:t>Direct path writes</a:t>
            </a:r>
            <a:r>
              <a:t> (прямой путь записи в файлы данных), чтобы уменьшить генерацию </a:t>
            </a:r>
            <a:r>
              <a:rPr>
                <a:latin typeface="Avenir Book Oblique"/>
                <a:ea typeface="Avenir Book Oblique"/>
                <a:cs typeface="Avenir Book Oblique"/>
                <a:sym typeface="Avenir Book Oblique"/>
              </a:rPr>
              <a:t>REDO</a:t>
            </a:r>
            <a:r>
              <a:t> и </a:t>
            </a:r>
            <a:r>
              <a:rPr>
                <a:latin typeface="Avenir Book Oblique"/>
                <a:ea typeface="Avenir Book Oblique"/>
                <a:cs typeface="Avenir Book Oblique"/>
                <a:sym typeface="Avenir Book Oblique"/>
              </a:rPr>
              <a:t>UNDO</a:t>
            </a:r>
            <a:r>
              <a:t>. Это один из нескольких способов контролировать деликатный баланс между восстанавливаемостью данных и производительностью.</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Общая информация по архитектуре"/>
          <p:cNvSpPr txBox="1"/>
          <p:nvPr>
            <p:ph type="title" idx="4294967295"/>
          </p:nvPr>
        </p:nvSpPr>
        <p:spPr>
          <a:prstGeom prst="rect">
            <a:avLst/>
          </a:prstGeom>
        </p:spPr>
        <p:txBody>
          <a:bodyPr/>
          <a:lstStyle/>
          <a:p>
            <a:pPr/>
            <a:r>
              <a:t>Общая информация по архитектуре</a:t>
            </a:r>
          </a:p>
        </p:txBody>
      </p:sp>
      <p:sp>
        <p:nvSpPr>
          <p:cNvPr id="194" name="REDO это то, как Oracle обеспечивает прочность (durability), &quot;D&quot; в ACID. Когда транзакция завершается, изменения не обязательно сразу же сохраняются в файлах данных. Это ускоряет процесс и позволяет фоновым процессам справляться с некоторыми задачами. RE"/>
          <p:cNvSpPr txBox="1"/>
          <p:nvPr/>
        </p:nvSpPr>
        <p:spPr>
          <a:xfrm>
            <a:off x="311745" y="2936578"/>
            <a:ext cx="23760510" cy="926465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1600"/>
              </a:spcBef>
              <a:defRPr sz="3500">
                <a:solidFill>
                  <a:srgbClr val="232629"/>
                </a:solidFill>
                <a:latin typeface="Avenir Book"/>
                <a:ea typeface="Avenir Book"/>
                <a:cs typeface="Avenir Book"/>
                <a:sym typeface="Avenir Book"/>
              </a:defRPr>
            </a:pPr>
            <a:r>
              <a:rPr>
                <a:latin typeface="Avenir Book Oblique"/>
                <a:ea typeface="Avenir Book Oblique"/>
                <a:cs typeface="Avenir Book Oblique"/>
                <a:sym typeface="Avenir Book Oblique"/>
              </a:rPr>
              <a:t>REDO</a:t>
            </a:r>
            <a:r>
              <a:t> это то, как Oracle обеспечивает прочность (</a:t>
            </a:r>
            <a:r>
              <a:rPr>
                <a:latin typeface="Avenir Book Oblique"/>
                <a:ea typeface="Avenir Book Oblique"/>
                <a:cs typeface="Avenir Book Oblique"/>
                <a:sym typeface="Avenir Book Oblique"/>
              </a:rPr>
              <a:t>durability</a:t>
            </a:r>
            <a:r>
              <a:t>), "D" в ACID. Когда транзакция завершается, изменения не обязательно сразу же сохраняются в файлах данных. Это ускоряет процесс и позволяет фоновым процессам справляться с некоторыми задачами. </a:t>
            </a:r>
            <a:r>
              <a:rPr>
                <a:latin typeface="Avenir Book Oblique"/>
                <a:ea typeface="Avenir Book Oblique"/>
                <a:cs typeface="Avenir Book Oblique"/>
                <a:sym typeface="Avenir Book Oblique"/>
              </a:rPr>
              <a:t>REDO</a:t>
            </a:r>
            <a:r>
              <a:t> - это описание изменений. Оно сохраняется быстро, на нескольких дисках, как журнал изменений. Если сервер теряет питание через доли секунды после фиксирования изменений, БД может через записи </a:t>
            </a:r>
            <a:r>
              <a:rPr>
                <a:latin typeface="Avenir Book Oblique"/>
                <a:ea typeface="Avenir Book Oblique"/>
                <a:cs typeface="Avenir Book Oblique"/>
                <a:sym typeface="Avenir Book Oblique"/>
              </a:rPr>
              <a:t>REDO</a:t>
            </a:r>
            <a:r>
              <a:t> убедиться, что изменения не потеряны, и восстановить изменения ещё не записанные в файлы данных.</a:t>
            </a:r>
          </a:p>
          <a:p>
            <a:pPr algn="l" defTabSz="457200">
              <a:spcBef>
                <a:spcPts val="1600"/>
              </a:spcBef>
              <a:defRPr sz="3500">
                <a:solidFill>
                  <a:srgbClr val="232629"/>
                </a:solidFill>
                <a:latin typeface="Avenir Book"/>
                <a:ea typeface="Avenir Book"/>
                <a:cs typeface="Avenir Book"/>
                <a:sym typeface="Avenir Book"/>
              </a:defRPr>
            </a:pPr>
            <a:r>
              <a:rPr>
                <a:latin typeface="Avenir Book Oblique"/>
                <a:ea typeface="Avenir Book Oblique"/>
                <a:cs typeface="Avenir Book Oblique"/>
                <a:sym typeface="Avenir Book Oblique"/>
              </a:rPr>
              <a:t>UNDO</a:t>
            </a:r>
            <a:r>
              <a:t> помогает обеспечить согласованность (</a:t>
            </a:r>
            <a:r>
              <a:rPr>
                <a:latin typeface="Avenir Book Oblique"/>
                <a:ea typeface="Avenir Book Oblique"/>
                <a:cs typeface="Avenir Book Oblique"/>
                <a:sym typeface="Avenir Book Oblique"/>
              </a:rPr>
              <a:t>consistency</a:t>
            </a:r>
            <a:r>
              <a:t>), "C" в ACID. В нем хранится описание того, как отменить изменение. Эта информация используется для отката изменений и другими процессами, которые читают таблицу и должны знать, какое значение </a:t>
            </a:r>
            <a:r>
              <a:rPr>
                <a:latin typeface="Avenir Book Oblique"/>
                <a:ea typeface="Avenir Book Oblique"/>
                <a:cs typeface="Avenir Book Oblique"/>
                <a:sym typeface="Avenir Book Oblique"/>
              </a:rPr>
              <a:t>соответствовало</a:t>
            </a:r>
            <a:r>
              <a:t> более раннему периоду времени.</a:t>
            </a:r>
          </a:p>
          <a:p>
            <a:pPr algn="l" defTabSz="457200">
              <a:spcBef>
                <a:spcPts val="1600"/>
              </a:spcBef>
              <a:defRPr sz="3500">
                <a:solidFill>
                  <a:srgbClr val="232629"/>
                </a:solidFill>
                <a:latin typeface="Avenir Book"/>
                <a:ea typeface="Avenir Book"/>
                <a:cs typeface="Avenir Book"/>
                <a:sym typeface="Avenir Book"/>
              </a:defRPr>
            </a:pPr>
            <a:r>
              <a:rPr>
                <a:latin typeface="Avenir Book Oblique"/>
                <a:ea typeface="Avenir Book Oblique"/>
                <a:cs typeface="Avenir Book Oblique"/>
                <a:sym typeface="Avenir Book Oblique"/>
              </a:rPr>
              <a:t>Direct path writes</a:t>
            </a:r>
            <a:r>
              <a:t> не использует </a:t>
            </a:r>
            <a:r>
              <a:rPr>
                <a:latin typeface="Avenir Book Oblique"/>
                <a:ea typeface="Avenir Book Oblique"/>
                <a:cs typeface="Avenir Book Oblique"/>
                <a:sym typeface="Avenir Book Oblique"/>
              </a:rPr>
              <a:t>REDO</a:t>
            </a:r>
            <a:r>
              <a:t>, </a:t>
            </a:r>
            <a:r>
              <a:rPr>
                <a:latin typeface="Avenir Book Oblique"/>
                <a:ea typeface="Avenir Book Oblique"/>
                <a:cs typeface="Avenir Book Oblique"/>
                <a:sym typeface="Avenir Book Oblique"/>
              </a:rPr>
              <a:t>UNDO</a:t>
            </a:r>
            <a:r>
              <a:t>, кэш и некоторые другие функции, идёт непосредственная запись в файлы данных. Это быстрая, но потенциально опасная опция во многих средах, вот почему существует так много запутанных опций для управления ею. </a:t>
            </a:r>
            <a:r>
              <a:rPr>
                <a:latin typeface="Avenir Book Oblique"/>
                <a:ea typeface="Avenir Book Oblique"/>
                <a:cs typeface="Avenir Book Oblique"/>
                <a:sym typeface="Avenir Book Oblique"/>
              </a:rPr>
              <a:t>Direct path writes</a:t>
            </a:r>
            <a:r>
              <a:t> применяется только к </a:t>
            </a:r>
            <a:r>
              <a:t>INSERT</a:t>
            </a:r>
            <a:r>
              <a:t>, и только в сценариях, описанных ниже.</a:t>
            </a:r>
          </a:p>
          <a:p>
            <a:pPr algn="l" defTabSz="457200">
              <a:spcBef>
                <a:spcPts val="1600"/>
              </a:spcBef>
              <a:defRPr sz="3500">
                <a:solidFill>
                  <a:srgbClr val="232629"/>
                </a:solidFill>
                <a:latin typeface="Avenir Book"/>
                <a:ea typeface="Avenir Book"/>
                <a:cs typeface="Avenir Book"/>
                <a:sym typeface="Avenir Book"/>
              </a:defRPr>
            </a:pPr>
            <a:r>
              <a:t>Если ничего не указывать, опция по умолчанию </a:t>
            </a:r>
            <a:r>
              <a:rPr>
                <a:latin typeface="Avenir Book Oblique"/>
                <a:ea typeface="Avenir Book Oblique"/>
                <a:cs typeface="Avenir Book Oblique"/>
                <a:sym typeface="Avenir Book Oblique"/>
              </a:rPr>
              <a:t>самая безопасная</a:t>
            </a:r>
            <a:r>
              <a:t>, </a:t>
            </a:r>
            <a:r>
              <a:t>LOGGING</a:t>
            </a:r>
            <a:r>
              <a:t>.</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6" name="Множество способов управления Direct Path Writes"/>
          <p:cNvSpPr txBox="1"/>
          <p:nvPr>
            <p:ph type="title" idx="4294967295"/>
          </p:nvPr>
        </p:nvSpPr>
        <p:spPr>
          <a:xfrm>
            <a:off x="928535" y="672322"/>
            <a:ext cx="22526930" cy="1522541"/>
          </a:xfrm>
          <a:prstGeom prst="rect">
            <a:avLst/>
          </a:prstGeom>
        </p:spPr>
        <p:txBody>
          <a:bodyPr/>
          <a:lstStyle>
            <a:lvl1pPr algn="l" defTabSz="365760">
              <a:lnSpc>
                <a:spcPct val="100000"/>
              </a:lnSpc>
              <a:spcBef>
                <a:spcPts val="1300"/>
              </a:spcBef>
              <a:defRPr spc="0" sz="6800">
                <a:solidFill>
                  <a:srgbClr val="232629"/>
                </a:solidFill>
                <a:latin typeface="Avenir Heavy"/>
                <a:ea typeface="Avenir Heavy"/>
                <a:cs typeface="Avenir Heavy"/>
                <a:sym typeface="Avenir Heavy"/>
              </a:defRPr>
            </a:lvl1pPr>
          </a:lstStyle>
          <a:p>
            <a:pPr/>
            <a:r>
              <a:t>Множество способов управления Direct Path Writes</a:t>
            </a:r>
          </a:p>
        </p:txBody>
      </p:sp>
      <p:sp>
        <p:nvSpPr>
          <p:cNvPr id="197" name="LOGGING/NOLOGGING - один из нескольких вариантов управления Direct path writes."/>
          <p:cNvSpPr txBox="1"/>
          <p:nvPr/>
        </p:nvSpPr>
        <p:spPr>
          <a:xfrm>
            <a:off x="291594" y="2734609"/>
            <a:ext cx="18390824" cy="7112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defTabSz="457200">
              <a:spcBef>
                <a:spcPts val="1600"/>
              </a:spcBef>
              <a:defRPr sz="3500">
                <a:solidFill>
                  <a:srgbClr val="232629"/>
                </a:solidFill>
                <a:latin typeface="Avenir Book"/>
                <a:ea typeface="Avenir Book"/>
                <a:cs typeface="Avenir Book"/>
                <a:sym typeface="Avenir Book"/>
              </a:defRPr>
            </a:pPr>
            <a:r>
              <a:t>LOGGING/NOLOGGING</a:t>
            </a:r>
            <a:r>
              <a:t> - один из нескольких вариантов управления </a:t>
            </a:r>
            <a:r>
              <a:rPr>
                <a:latin typeface="Avenir Book Oblique"/>
                <a:ea typeface="Avenir Book Oblique"/>
                <a:cs typeface="Avenir Book Oblique"/>
                <a:sym typeface="Avenir Book Oblique"/>
              </a:rPr>
              <a:t>Direct path writes</a:t>
            </a:r>
            <a:r>
              <a:t>.</a:t>
            </a:r>
          </a:p>
        </p:txBody>
      </p:sp>
      <p:pic>
        <p:nvPicPr>
          <p:cNvPr id="198" name="Снимок экрана 2022-03-03 в 16.09.07.png" descr="Снимок экрана 2022-03-03 в 16.09.07.png"/>
          <p:cNvPicPr>
            <a:picLocks noChangeAspect="1"/>
          </p:cNvPicPr>
          <p:nvPr/>
        </p:nvPicPr>
        <p:blipFill>
          <a:blip r:embed="rId2">
            <a:extLst/>
          </a:blip>
          <a:stretch>
            <a:fillRect/>
          </a:stretch>
        </p:blipFill>
        <p:spPr>
          <a:xfrm>
            <a:off x="2644771" y="3658007"/>
            <a:ext cx="19094458" cy="6399986"/>
          </a:xfrm>
          <a:prstGeom prst="rect">
            <a:avLst/>
          </a:prstGeom>
          <a:ln w="12700">
            <a:miter lim="400000"/>
          </a:ln>
        </p:spPr>
      </p:pic>
      <p:sp>
        <p:nvSpPr>
          <p:cNvPr id="199" name="FORCE LOGING может отменить все эти настройки. И, конечно же, есть много ограничений, которые препятствуют прямому пути - триггеры, внешние ключи, кластер, индекс-организованные таблицы и т.д."/>
          <p:cNvSpPr txBox="1"/>
          <p:nvPr/>
        </p:nvSpPr>
        <p:spPr>
          <a:xfrm>
            <a:off x="228524" y="10574990"/>
            <a:ext cx="22526928" cy="1320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1600"/>
              </a:spcBef>
              <a:defRPr sz="3500">
                <a:solidFill>
                  <a:srgbClr val="232629"/>
                </a:solidFill>
                <a:latin typeface="Avenir Book"/>
                <a:ea typeface="Avenir Book"/>
                <a:cs typeface="Avenir Book"/>
                <a:sym typeface="Avenir Book"/>
              </a:defRPr>
            </a:pPr>
            <a:r>
              <a:t>FORCE LOGING</a:t>
            </a:r>
            <a:r>
              <a:t> может отменить все эти настройки. И, конечно же, есть много ограничений, которые препятствуют прямому пути - триггеры, внешние ключи, кластер, индекс-организованные таблицы и т.д.</a:t>
            </a:r>
          </a:p>
        </p:txBody>
      </p:sp>
      <p:sp>
        <p:nvSpPr>
          <p:cNvPr id="200" name="*В режиме ARCHIVELOG восстановление возможно до момента последней зафиксированной транзакции. Большинством производственных баз данных управляют в режиме ARCHIVELOG.…"/>
          <p:cNvSpPr txBox="1"/>
          <p:nvPr/>
        </p:nvSpPr>
        <p:spPr>
          <a:xfrm>
            <a:off x="150949" y="11789163"/>
            <a:ext cx="24056702" cy="19939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just" defTabSz="457200">
              <a:spcBef>
                <a:spcPts val="1600"/>
              </a:spcBef>
              <a:defRPr sz="1400">
                <a:solidFill>
                  <a:srgbClr val="181B20"/>
                </a:solidFill>
                <a:latin typeface="Avenir Book"/>
                <a:ea typeface="Avenir Book"/>
                <a:cs typeface="Avenir Book"/>
                <a:sym typeface="Avenir Book"/>
              </a:defRPr>
            </a:pPr>
            <a:r>
              <a:t>*В </a:t>
            </a:r>
            <a:r>
              <a:rPr>
                <a:latin typeface="Avenir Heavy"/>
                <a:ea typeface="Avenir Heavy"/>
                <a:cs typeface="Avenir Heavy"/>
                <a:sym typeface="Avenir Heavy"/>
              </a:rPr>
              <a:t>режиме ARCHIVELOG</a:t>
            </a:r>
            <a:r>
              <a:t> восстановление возможно до момента последней зафиксированной транзакции. Большинством производственных баз данных управляют в режиме ARCHIVELOG.</a:t>
            </a:r>
          </a:p>
          <a:p>
            <a:pPr algn="l" defTabSz="457200">
              <a:defRPr sz="1400">
                <a:solidFill>
                  <a:srgbClr val="444444"/>
                </a:solidFill>
                <a:latin typeface="Avenir Book"/>
                <a:ea typeface="Avenir Book"/>
                <a:cs typeface="Avenir Book"/>
                <a:sym typeface="Avenir Book"/>
              </a:defRPr>
            </a:pPr>
            <a:r>
              <a:t>**Существует два способа вставки данных Сonventional </a:t>
            </a:r>
            <a:r>
              <a:rPr>
                <a:solidFill>
                  <a:srgbClr val="990000"/>
                </a:solidFill>
              </a:rPr>
              <a:t>INSERT </a:t>
            </a:r>
            <a:r>
              <a:t>и Direct-path </a:t>
            </a:r>
            <a:r>
              <a:rPr>
                <a:solidFill>
                  <a:srgbClr val="990000"/>
                </a:solidFill>
              </a:rPr>
              <a:t>INSERT</a:t>
            </a:r>
            <a:r>
              <a:t>, простая и прямая вставка. Для смены плана выполнения применяется рекомендация </a:t>
            </a:r>
            <a:r>
              <a:rPr>
                <a:solidFill>
                  <a:srgbClr val="990000"/>
                </a:solidFill>
              </a:rPr>
              <a:t>APPEND</a:t>
            </a:r>
            <a:r>
              <a:t>, она заставит выполнить вставку по прямому плану, который использует следующие методы оптимизации: </a:t>
            </a:r>
          </a:p>
          <a:p>
            <a:pPr marL="457200" indent="-317500" algn="l" defTabSz="457200">
              <a:buClr>
                <a:srgbClr val="444444"/>
              </a:buClr>
              <a:buSzPct val="100000"/>
              <a:buFont typeface="Helvetica"/>
              <a:buAutoNum type="arabicPeriod" startAt="1"/>
              <a:defRPr sz="1400">
                <a:solidFill>
                  <a:srgbClr val="444444"/>
                </a:solidFill>
                <a:latin typeface="Avenir Book"/>
                <a:ea typeface="Avenir Book"/>
                <a:cs typeface="Avenir Book"/>
                <a:sym typeface="Avenir Book"/>
              </a:defRPr>
            </a:pPr>
            <a:r>
              <a:t>Предписывает СУБД найти последний блок данных в который производилась запись (высшую точку) и начать вставку со следующего блока, что позволяет записывать данные последовательно. Новые данные будут помещаться в конец пространства физического хранения таблицы.</a:t>
            </a:r>
          </a:p>
          <a:p>
            <a:pPr marL="457200" indent="-317500" algn="l" defTabSz="457200">
              <a:buClr>
                <a:srgbClr val="444444"/>
              </a:buClr>
              <a:buSzPct val="100000"/>
              <a:buFont typeface="Helvetica"/>
              <a:buAutoNum type="arabicPeriod" startAt="1"/>
              <a:defRPr sz="1400">
                <a:solidFill>
                  <a:srgbClr val="444444"/>
                </a:solidFill>
                <a:latin typeface="Avenir Book"/>
                <a:ea typeface="Avenir Book"/>
                <a:cs typeface="Avenir Book"/>
                <a:sym typeface="Avenir Book"/>
              </a:defRPr>
            </a:pPr>
            <a:r>
              <a:t>Данные будут записывать сразу в базу данных минуя буферный кэш блоков данных.</a:t>
            </a:r>
          </a:p>
          <a:p>
            <a:pPr algn="l" defTabSz="457200">
              <a:defRPr sz="1400">
                <a:solidFill>
                  <a:srgbClr val="444444"/>
                </a:solidFill>
                <a:latin typeface="Avenir Book"/>
                <a:ea typeface="Avenir Book"/>
                <a:cs typeface="Avenir Book"/>
                <a:sym typeface="Avenir Book"/>
              </a:defRPr>
            </a:pPr>
            <a:r>
              <a:t>***Недостаток метода прямой вставки проявляется при использовании множественной вставки, например оператор </a:t>
            </a:r>
            <a:r>
              <a:rPr>
                <a:solidFill>
                  <a:srgbClr val="990000"/>
                </a:solidFill>
              </a:rPr>
              <a:t>INSERT SELECT </a:t>
            </a:r>
            <a:r>
              <a:t>может потерять свою производительность.</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Правила в большей степени ограничены для индексов. Индекс всегда будет генерировать REDO во время DML выражений. Только DDL операторы, такие как CREATE INDEX ... NOLOGGING или ALTER INDEX ... REBUILD по индексу NOLOGGING не будет генерировать REDO.…"/>
          <p:cNvSpPr txBox="1"/>
          <p:nvPr/>
        </p:nvSpPr>
        <p:spPr>
          <a:xfrm>
            <a:off x="525164" y="2831803"/>
            <a:ext cx="23333672" cy="94742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l" defTabSz="457200">
              <a:spcBef>
                <a:spcPts val="1600"/>
              </a:spcBef>
              <a:defRPr sz="3500">
                <a:solidFill>
                  <a:srgbClr val="232629"/>
                </a:solidFill>
                <a:latin typeface="Avenir Book"/>
                <a:ea typeface="Avenir Book"/>
                <a:cs typeface="Avenir Book"/>
                <a:sym typeface="Avenir Book"/>
              </a:defRPr>
            </a:pPr>
            <a:r>
              <a:t>Правила в большей степени ограничены для индексов. Индекс </a:t>
            </a:r>
            <a:r>
              <a:rPr>
                <a:latin typeface="Avenir Book Oblique"/>
                <a:ea typeface="Avenir Book Oblique"/>
                <a:cs typeface="Avenir Book Oblique"/>
                <a:sym typeface="Avenir Book Oblique"/>
              </a:rPr>
              <a:t>всегда</a:t>
            </a:r>
            <a:r>
              <a:t> будет генерировать REDO во время DML выражений. Только DDL операторы, такие как </a:t>
            </a:r>
            <a:r>
              <a:t>CREATE INDEX ... NOLOGGING</a:t>
            </a:r>
            <a:r>
              <a:t> или </a:t>
            </a:r>
            <a:r>
              <a:t>ALTER INDEX ... REBUILD</a:t>
            </a:r>
            <a:r>
              <a:t> по индексу </a:t>
            </a:r>
            <a:r>
              <a:t>NOLOGGING</a:t>
            </a:r>
            <a:r>
              <a:t> не будет генерировать </a:t>
            </a:r>
            <a:r>
              <a:rPr>
                <a:latin typeface="Avenir Book Oblique"/>
                <a:ea typeface="Avenir Book Oblique"/>
                <a:cs typeface="Avenir Book Oblique"/>
                <a:sym typeface="Avenir Book Oblique"/>
              </a:rPr>
              <a:t>REDO</a:t>
            </a:r>
            <a:r>
              <a:t>.</a:t>
            </a:r>
          </a:p>
          <a:p>
            <a:pPr algn="l" defTabSz="457200">
              <a:spcBef>
                <a:spcPts val="1600"/>
              </a:spcBef>
              <a:defRPr sz="3500">
                <a:solidFill>
                  <a:srgbClr val="232629"/>
                </a:solidFill>
                <a:latin typeface="Avenir Book"/>
                <a:ea typeface="Avenir Book"/>
                <a:cs typeface="Avenir Book"/>
                <a:sym typeface="Avenir Book"/>
              </a:defRPr>
            </a:pPr>
            <a:r>
              <a:t>Почему так много возможностей? Потому что восстанавливаемость невероятно важна и разные стороны могут иметь разные взгляды на этот вопрос. И иногда решения одних людей должны преобладать над решениями других.</a:t>
            </a:r>
          </a:p>
          <a:p>
            <a:pPr algn="l" defTabSz="457200">
              <a:spcBef>
                <a:spcPts val="1600"/>
              </a:spcBef>
              <a:defRPr sz="3500">
                <a:solidFill>
                  <a:srgbClr val="232629"/>
                </a:solidFill>
                <a:latin typeface="Avenir Book"/>
                <a:ea typeface="Avenir Book"/>
                <a:cs typeface="Avenir Book"/>
                <a:sym typeface="Avenir Book"/>
              </a:defRPr>
            </a:pPr>
            <a:r>
              <a:rPr>
                <a:latin typeface="Avenir Book Oblique"/>
                <a:ea typeface="Avenir Book Oblique"/>
                <a:cs typeface="Avenir Book Oblique"/>
                <a:sym typeface="Avenir Book Oblique"/>
              </a:rPr>
              <a:t>Разработчики</a:t>
            </a:r>
            <a:r>
              <a:t> решают на уровне запроса - "Вид на вставку". Много странных вещей может произойти с подсказкой </a:t>
            </a:r>
            <a:r>
              <a:t>/*+ APPEND */</a:t>
            </a:r>
            <a:r>
              <a:t> и разработчики должны тщательно выбирать, когда его использовать.</a:t>
            </a:r>
          </a:p>
          <a:p>
            <a:pPr algn="l" defTabSz="457200">
              <a:spcBef>
                <a:spcPts val="1600"/>
              </a:spcBef>
              <a:defRPr sz="3500">
                <a:solidFill>
                  <a:srgbClr val="232629"/>
                </a:solidFill>
                <a:latin typeface="Avenir Book"/>
                <a:ea typeface="Avenir Book"/>
                <a:cs typeface="Avenir Book"/>
                <a:sym typeface="Avenir Book"/>
              </a:defRPr>
            </a:pPr>
            <a:r>
              <a:rPr>
                <a:latin typeface="Avenir Book Oblique"/>
                <a:ea typeface="Avenir Book Oblique"/>
                <a:cs typeface="Avenir Book Oblique"/>
                <a:sym typeface="Avenir Book Oblique"/>
              </a:rPr>
              <a:t>Архитекторы</a:t>
            </a:r>
            <a:r>
              <a:t> принимают решение на уровне объекта - "Вид на таблицу". Некоторые таблицы независимо от того, как разработчик решит их вставить, всегда должны быть восстановлены.</a:t>
            </a:r>
          </a:p>
          <a:p>
            <a:pPr algn="l" defTabSz="457200">
              <a:spcBef>
                <a:spcPts val="1600"/>
              </a:spcBef>
              <a:defRPr sz="3500">
                <a:solidFill>
                  <a:srgbClr val="232629"/>
                </a:solidFill>
                <a:latin typeface="Avenir Book"/>
                <a:ea typeface="Avenir Book"/>
                <a:cs typeface="Avenir Book"/>
                <a:sym typeface="Avenir Book"/>
              </a:defRPr>
            </a:pPr>
            <a:r>
              <a:t>*Администраторы БД" выбирают с видом на БД или табличные пространства, </a:t>
            </a:r>
            <a:r>
              <a:t>NOARCHIVELOG</a:t>
            </a:r>
            <a:r>
              <a:t> и </a:t>
            </a:r>
            <a:r>
              <a:t>FORCE LOGING</a:t>
            </a:r>
            <a:r>
              <a:t>. Если организация не заботится о восстановлении конкретной БД, то устанавливают БД в режим </a:t>
            </a:r>
            <a:r>
              <a:t>NOARCHIVELOG</a:t>
            </a:r>
            <a:r>
              <a:t>. А если все должно быть восстанавливаемо, устанавливают табличное пространство в режим </a:t>
            </a:r>
            <a:r>
              <a:t>FORCE LOGGING</a:t>
            </a:r>
            <a:r>
              <a:t>.</a:t>
            </a:r>
          </a:p>
        </p:txBody>
      </p:sp>
      <p:sp>
        <p:nvSpPr>
          <p:cNvPr id="203" name="Восстанавливаемость данных"/>
          <p:cNvSpPr txBox="1"/>
          <p:nvPr>
            <p:ph type="title" idx="4294967295"/>
          </p:nvPr>
        </p:nvSpPr>
        <p:spPr>
          <a:xfrm>
            <a:off x="1192936" y="814503"/>
            <a:ext cx="21998128" cy="1524001"/>
          </a:xfrm>
          <a:prstGeom prst="rect">
            <a:avLst/>
          </a:prstGeom>
        </p:spPr>
        <p:txBody>
          <a:bodyPr/>
          <a:lstStyle>
            <a:lvl1pPr defTabSz="808990">
              <a:defRPr spc="-246" sz="8232"/>
            </a:lvl1pPr>
          </a:lstStyle>
          <a:p>
            <a:pPr/>
            <a:r>
              <a:t>Восстанавливаемость данных</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Пример logging/nologging"/>
          <p:cNvSpPr txBox="1"/>
          <p:nvPr>
            <p:ph type="title" idx="4294967295"/>
          </p:nvPr>
        </p:nvSpPr>
        <p:spPr>
          <a:xfrm>
            <a:off x="1270000" y="838199"/>
            <a:ext cx="21844000" cy="1524001"/>
          </a:xfrm>
          <a:prstGeom prst="rect">
            <a:avLst/>
          </a:prstGeom>
        </p:spPr>
        <p:txBody>
          <a:bodyPr/>
          <a:lstStyle>
            <a:lvl1pPr defTabSz="808990">
              <a:defRPr spc="-246" sz="8232"/>
            </a:lvl1pPr>
          </a:lstStyle>
          <a:p>
            <a:pPr/>
            <a:r>
              <a:t>Пример logging/nologging</a:t>
            </a:r>
          </a:p>
        </p:txBody>
      </p:sp>
      <p:pic>
        <p:nvPicPr>
          <p:cNvPr id="206" name="Снимок экрана 2022-03-03 в 16.55.05.png" descr="Снимок экрана 2022-03-03 в 16.55.05.png"/>
          <p:cNvPicPr>
            <a:picLocks noChangeAspect="1"/>
          </p:cNvPicPr>
          <p:nvPr/>
        </p:nvPicPr>
        <p:blipFill>
          <a:blip r:embed="rId2">
            <a:extLst/>
          </a:blip>
          <a:stretch>
            <a:fillRect/>
          </a:stretch>
        </p:blipFill>
        <p:spPr>
          <a:xfrm>
            <a:off x="240990" y="2591423"/>
            <a:ext cx="7433236" cy="5109645"/>
          </a:xfrm>
          <a:prstGeom prst="rect">
            <a:avLst/>
          </a:prstGeom>
          <a:ln w="12700">
            <a:miter lim="400000"/>
          </a:ln>
        </p:spPr>
      </p:pic>
      <p:pic>
        <p:nvPicPr>
          <p:cNvPr id="207" name="Снимок экрана 2022-03-03 в 16.55.47.png" descr="Снимок экрана 2022-03-03 в 16.55.47.png"/>
          <p:cNvPicPr>
            <a:picLocks noChangeAspect="1"/>
          </p:cNvPicPr>
          <p:nvPr/>
        </p:nvPicPr>
        <p:blipFill>
          <a:blip r:embed="rId3">
            <a:extLst/>
          </a:blip>
          <a:stretch>
            <a:fillRect/>
          </a:stretch>
        </p:blipFill>
        <p:spPr>
          <a:xfrm>
            <a:off x="7796480" y="2591423"/>
            <a:ext cx="8033074" cy="5109645"/>
          </a:xfrm>
          <a:prstGeom prst="rect">
            <a:avLst/>
          </a:prstGeom>
          <a:ln w="12700">
            <a:miter lim="400000"/>
          </a:ln>
        </p:spPr>
      </p:pic>
      <p:pic>
        <p:nvPicPr>
          <p:cNvPr id="208" name="Снимок экрана 2022-03-03 в 16.56.24.png" descr="Снимок экрана 2022-03-03 в 16.56.24.png"/>
          <p:cNvPicPr>
            <a:picLocks noChangeAspect="1"/>
          </p:cNvPicPr>
          <p:nvPr/>
        </p:nvPicPr>
        <p:blipFill>
          <a:blip r:embed="rId4">
            <a:extLst/>
          </a:blip>
          <a:stretch>
            <a:fillRect/>
          </a:stretch>
        </p:blipFill>
        <p:spPr>
          <a:xfrm>
            <a:off x="15951807" y="2661869"/>
            <a:ext cx="8292835" cy="4968753"/>
          </a:xfrm>
          <a:prstGeom prst="rect">
            <a:avLst/>
          </a:prstGeom>
          <a:ln w="12700">
            <a:miter lim="400000"/>
          </a:ln>
        </p:spPr>
      </p:pic>
      <p:pic>
        <p:nvPicPr>
          <p:cNvPr id="209" name="Снимок экрана 2022-03-03 в 16.57.36.png" descr="Снимок экрана 2022-03-03 в 16.57.36.png"/>
          <p:cNvPicPr>
            <a:picLocks noChangeAspect="1"/>
          </p:cNvPicPr>
          <p:nvPr/>
        </p:nvPicPr>
        <p:blipFill>
          <a:blip r:embed="rId5">
            <a:extLst/>
          </a:blip>
          <a:stretch>
            <a:fillRect/>
          </a:stretch>
        </p:blipFill>
        <p:spPr>
          <a:xfrm>
            <a:off x="7715383" y="7942991"/>
            <a:ext cx="8292834" cy="5345626"/>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1_ColorGradientLight">
  <a:themeElements>
    <a:clrScheme name="31_ColorGradientLigh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Avenir Next Demi Bold"/>
        <a:ea typeface="Avenir Next Demi Bold"/>
        <a:cs typeface="Avenir Next Demi Bold"/>
      </a:majorFont>
      <a:minorFont>
        <a:latin typeface="Avenir Next Demi Bold"/>
        <a:ea typeface="Avenir Next Demi Bold"/>
        <a:cs typeface="Avenir Next Demi Bold"/>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4572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1_ColorGradientLight">
  <a:themeElements>
    <a:clrScheme name="31_ColorGradientLight">
      <a:dk1>
        <a:srgbClr val="000000"/>
      </a:dk1>
      <a:lt1>
        <a:srgbClr val="FFFFFF"/>
      </a:lt1>
      <a:dk2>
        <a:srgbClr val="5E5E5E"/>
      </a:dk2>
      <a:lt2>
        <a:srgbClr val="D5D5D5"/>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31_ColorGradientLight">
      <a:majorFont>
        <a:latin typeface="Avenir Next Demi Bold"/>
        <a:ea typeface="Avenir Next Demi Bold"/>
        <a:cs typeface="Avenir Next Demi Bold"/>
      </a:majorFont>
      <a:minorFont>
        <a:latin typeface="Avenir Next Demi Bold"/>
        <a:ea typeface="Avenir Next Demi Bold"/>
        <a:cs typeface="Avenir Next Demi Bold"/>
      </a:minorFont>
    </a:fontScheme>
    <a:fmtScheme name="31_ColorGradient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4572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000000"/>
            </a:solidFill>
            <a:effectLst/>
            <a:uFillTx/>
            <a:latin typeface="Avenir Next Regular"/>
            <a:ea typeface="Avenir Next Regular"/>
            <a:cs typeface="Avenir Next Regular"/>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