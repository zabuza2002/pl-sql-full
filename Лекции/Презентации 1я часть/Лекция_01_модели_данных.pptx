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6195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82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3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120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165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30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744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11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45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40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127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1C133-5BB8-4306-A872-A5D3BE56312A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BDDDE-3DD6-4FF0-9E42-82EE5BFB8E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27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335" y="247752"/>
            <a:ext cx="7390196" cy="56557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335" y="813328"/>
            <a:ext cx="7725853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477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81" y="1371600"/>
            <a:ext cx="10562599" cy="408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62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339" y="345901"/>
            <a:ext cx="9777208" cy="570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2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916" y="214159"/>
            <a:ext cx="8512583" cy="630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4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277" y="188988"/>
            <a:ext cx="9010076" cy="646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523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57" y="79131"/>
            <a:ext cx="10530945" cy="642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0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615" y="184639"/>
            <a:ext cx="7420955" cy="335866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615" y="3543301"/>
            <a:ext cx="7525800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83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377" y="597884"/>
            <a:ext cx="9852273" cy="555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71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001" y="0"/>
            <a:ext cx="9142530" cy="322677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001" y="3328072"/>
            <a:ext cx="9112477" cy="244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08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13" y="527539"/>
            <a:ext cx="10550778" cy="549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86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1547446"/>
            <a:ext cx="9255793" cy="334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120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Николай Волков</dc:creator>
  <cp:lastModifiedBy>Николай Волков</cp:lastModifiedBy>
  <cp:revision>6</cp:revision>
  <dcterms:created xsi:type="dcterms:W3CDTF">2021-12-22T10:18:14Z</dcterms:created>
  <dcterms:modified xsi:type="dcterms:W3CDTF">2021-12-22T11:45:34Z</dcterms:modified>
</cp:coreProperties>
</file>