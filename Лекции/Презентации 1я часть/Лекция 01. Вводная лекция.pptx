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8"/>
  </p:notesMasterIdLst>
  <p:sldIdLst>
    <p:sldId id="297" r:id="rId2"/>
    <p:sldId id="298" r:id="rId3"/>
    <p:sldId id="310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8" r:id="rId12"/>
    <p:sldId id="306" r:id="rId13"/>
    <p:sldId id="307" r:id="rId14"/>
    <p:sldId id="311" r:id="rId15"/>
    <p:sldId id="312" r:id="rId16"/>
    <p:sldId id="313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Основные понятия теории</a:t>
            </a:r>
          </a:p>
          <a:p>
            <a:pPr marL="0" indent="0" algn="ctr">
              <a:buNone/>
            </a:pPr>
            <a:r>
              <a:rPr lang="ru-RU" sz="4400" dirty="0" smtClean="0"/>
              <a:t>баз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БД и СБД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База данных (БД) – некоторый набор перманентных (постоянных) данных, используемых прикладными системами какого-либо предприятия</a:t>
            </a:r>
          </a:p>
          <a:p>
            <a:r>
              <a:rPr lang="ru-RU" dirty="0" smtClean="0"/>
              <a:t>Система баз данных (СБД) – это компьютеризированная система хранения записей. Ее основная цель – содержать (хранить) информацию и предоставлять ее по требованию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ru-RU" dirty="0" smtClean="0"/>
              <a:t>Упрощенная схема СБД</a:t>
            </a:r>
            <a:endParaRPr lang="ru-RU" dirty="0"/>
          </a:p>
        </p:txBody>
      </p:sp>
      <p:pic>
        <p:nvPicPr>
          <p:cNvPr id="1027" name="Picture 3" descr="C:\temp\Безымянный.t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827584" y="1196752"/>
            <a:ext cx="7488831" cy="54539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компоненты СБД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Данные</a:t>
            </a:r>
          </a:p>
          <a:p>
            <a:r>
              <a:rPr lang="ru-RU" dirty="0" smtClean="0"/>
              <a:t>Аппаратное обеспечение (АО)</a:t>
            </a:r>
          </a:p>
          <a:p>
            <a:r>
              <a:rPr lang="ru-RU" dirty="0" smtClean="0"/>
              <a:t>Программное обеспечение (ПО)</a:t>
            </a:r>
          </a:p>
          <a:p>
            <a:r>
              <a:rPr lang="ru-RU" dirty="0" smtClean="0"/>
              <a:t>Пользователи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Данные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В общем случае, данные в БД являются:</a:t>
            </a:r>
          </a:p>
          <a:p>
            <a:r>
              <a:rPr lang="ru-RU" i="1" dirty="0" smtClean="0"/>
              <a:t>интегрированными</a:t>
            </a:r>
            <a:r>
              <a:rPr lang="ru-RU" dirty="0" smtClean="0"/>
              <a:t> (возможность представить базу данных как объединение нескольких отдельных файлов данных) </a:t>
            </a:r>
          </a:p>
          <a:p>
            <a:r>
              <a:rPr lang="ru-RU" i="1" dirty="0" smtClean="0"/>
              <a:t>общими</a:t>
            </a:r>
            <a:r>
              <a:rPr lang="ru-RU" dirty="0" smtClean="0"/>
              <a:t> (возможность использования различными пользователями в т.ч. одновременно и с различными целями)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Программное обеспечение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Система управления базами данных (СУБД)</a:t>
            </a:r>
          </a:p>
          <a:p>
            <a:r>
              <a:rPr lang="ru-RU" dirty="0" smtClean="0"/>
              <a:t>Утилиты</a:t>
            </a:r>
          </a:p>
          <a:p>
            <a:r>
              <a:rPr lang="ru-RU" dirty="0" smtClean="0"/>
              <a:t>Средства проектирования</a:t>
            </a:r>
          </a:p>
          <a:p>
            <a:r>
              <a:rPr lang="ru-RU" dirty="0" smtClean="0"/>
              <a:t>Средства разработки приложений</a:t>
            </a:r>
          </a:p>
          <a:p>
            <a:r>
              <a:rPr lang="ru-RU" dirty="0" smtClean="0"/>
              <a:t>Генераторы отчетов</a:t>
            </a:r>
          </a:p>
          <a:p>
            <a:r>
              <a:rPr lang="ru-RU" dirty="0" smtClean="0"/>
              <a:t>и т.п.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СУБД – программное обеспечение, которое управляет доступом к базе данных. 	</a:t>
            </a:r>
          </a:p>
          <a:p>
            <a:r>
              <a:rPr lang="ru-RU" dirty="0" smtClean="0"/>
              <a:t>Основная функция СУБД – предоставление пользователю БД возможности работать с ней, не вникая в детали на уровне АО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Пользователи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560840" cy="4525963"/>
          </a:xfrm>
        </p:spPr>
        <p:txBody>
          <a:bodyPr/>
          <a:lstStyle/>
          <a:p>
            <a:pPr lvl="0"/>
            <a:r>
              <a:rPr lang="ru-RU" dirty="0" smtClean="0"/>
              <a:t>Прикладные программисты</a:t>
            </a:r>
          </a:p>
          <a:p>
            <a:pPr lvl="0"/>
            <a:r>
              <a:rPr lang="ru-RU" dirty="0" smtClean="0"/>
              <a:t>Конечные пользователи</a:t>
            </a:r>
          </a:p>
          <a:p>
            <a:pPr lvl="0"/>
            <a:r>
              <a:rPr lang="ru-RU" dirty="0" smtClean="0"/>
              <a:t>Администраторы БД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Преимущества технологии БД*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488832" cy="4853136"/>
          </a:xfrm>
        </p:spPr>
        <p:txBody>
          <a:bodyPr>
            <a:normAutofit fontScale="92500"/>
          </a:bodyPr>
          <a:lstStyle/>
          <a:p>
            <a:pPr lvl="0"/>
            <a:r>
              <a:rPr lang="ru-RU" dirty="0" smtClean="0"/>
              <a:t>Компактность</a:t>
            </a:r>
          </a:p>
          <a:p>
            <a:pPr lvl="0"/>
            <a:r>
              <a:rPr lang="ru-RU" dirty="0" smtClean="0"/>
              <a:t>Скорость</a:t>
            </a:r>
          </a:p>
          <a:p>
            <a:pPr lvl="0"/>
            <a:r>
              <a:rPr lang="ru-RU" dirty="0" smtClean="0"/>
              <a:t>Низкие трудозатраты (+меньше ошибок)</a:t>
            </a:r>
          </a:p>
          <a:p>
            <a:pPr lvl="0"/>
            <a:r>
              <a:rPr lang="ru-RU" dirty="0" smtClean="0"/>
              <a:t>Актуальность информации</a:t>
            </a:r>
          </a:p>
          <a:p>
            <a:pPr lvl="0"/>
            <a:r>
              <a:rPr lang="ru-RU" dirty="0" smtClean="0"/>
              <a:t>Возможность централизованного управления данными</a:t>
            </a:r>
          </a:p>
          <a:p>
            <a:pPr lvl="0"/>
            <a:endParaRPr lang="ru-RU" dirty="0" smtClean="0"/>
          </a:p>
          <a:p>
            <a:pPr>
              <a:buNone/>
            </a:pPr>
            <a:r>
              <a:rPr lang="ru-RU" dirty="0" smtClean="0"/>
              <a:t>*по сравнению с бумажными картотеками</a:t>
            </a:r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424936" cy="142617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Преимущества централизованного подхода в управлении данными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916832"/>
            <a:ext cx="7488832" cy="4209331"/>
          </a:xfrm>
        </p:spPr>
        <p:txBody>
          <a:bodyPr>
            <a:normAutofit/>
          </a:bodyPr>
          <a:lstStyle/>
          <a:p>
            <a:pPr lvl="0"/>
            <a:r>
              <a:rPr lang="ru-RU" dirty="0" smtClean="0"/>
              <a:t>Возможность сокращения избыточности</a:t>
            </a:r>
          </a:p>
          <a:p>
            <a:pPr lvl="0"/>
            <a:r>
              <a:rPr lang="ru-RU" dirty="0" smtClean="0"/>
              <a:t>Возможность устранения противоречивости</a:t>
            </a:r>
          </a:p>
          <a:p>
            <a:pPr lvl="0"/>
            <a:r>
              <a:rPr lang="ru-RU" dirty="0" smtClean="0"/>
              <a:t>Возможность общего доступа</a:t>
            </a:r>
          </a:p>
          <a:p>
            <a:pPr lvl="0"/>
            <a:r>
              <a:rPr lang="ru-RU" dirty="0" smtClean="0"/>
              <a:t>Возможность соблюдения стандартов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424936" cy="142617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Преимущества централизованного подхода в управлении данными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916832"/>
            <a:ext cx="7560840" cy="4392488"/>
          </a:xfrm>
        </p:spPr>
        <p:txBody>
          <a:bodyPr>
            <a:normAutofit lnSpcReduction="10000"/>
          </a:bodyPr>
          <a:lstStyle/>
          <a:p>
            <a:pPr lvl="0"/>
            <a:r>
              <a:rPr lang="ru-RU" dirty="0" smtClean="0"/>
              <a:t>Возможность введения ограничений для обеспечения безопасности</a:t>
            </a:r>
          </a:p>
          <a:p>
            <a:pPr lvl="0"/>
            <a:r>
              <a:rPr lang="ru-RU" dirty="0" smtClean="0"/>
              <a:t>Возможность обеспечения целостности данных</a:t>
            </a:r>
          </a:p>
          <a:p>
            <a:pPr lvl="0"/>
            <a:r>
              <a:rPr lang="ru-RU" dirty="0" smtClean="0"/>
              <a:t>Возможность сбалансировать противоречивые требования (всего предприятия)</a:t>
            </a:r>
          </a:p>
          <a:p>
            <a:pPr lvl="0"/>
            <a:r>
              <a:rPr lang="ru-RU" dirty="0" smtClean="0"/>
              <a:t>Возможность обеспечения независимости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Независимость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560840" cy="4525963"/>
          </a:xfrm>
        </p:spPr>
        <p:txBody>
          <a:bodyPr/>
          <a:lstStyle/>
          <a:p>
            <a:r>
              <a:rPr lang="ru-RU" dirty="0" smtClean="0"/>
              <a:t>Независимость данных можно определить как иммунитет приложений к изменениям в структуре хранения данных и в методах доступа к данным.</a:t>
            </a:r>
          </a:p>
          <a:p>
            <a:r>
              <a:rPr lang="ru-RU" dirty="0" smtClean="0"/>
              <a:t>База данных может развиваться, не оказывая влияния на приложения.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/>
          </a:bodyPr>
          <a:lstStyle/>
          <a:p>
            <a:r>
              <a:rPr lang="ru-RU" dirty="0" smtClean="0"/>
              <a:t>Аспекты структуры хранения данных, которые могут меняться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2132856"/>
            <a:ext cx="7488832" cy="4248472"/>
          </a:xfrm>
        </p:spPr>
        <p:txBody>
          <a:bodyPr>
            <a:normAutofit/>
          </a:bodyPr>
          <a:lstStyle/>
          <a:p>
            <a:pPr lvl="0"/>
            <a:r>
              <a:rPr lang="ru-RU" dirty="0" smtClean="0"/>
              <a:t>Представление числовых данных</a:t>
            </a:r>
          </a:p>
          <a:p>
            <a:pPr lvl="0"/>
            <a:r>
              <a:rPr lang="ru-RU" dirty="0" smtClean="0"/>
              <a:t>Представление символьных данных</a:t>
            </a:r>
          </a:p>
          <a:p>
            <a:pPr lvl="0"/>
            <a:r>
              <a:rPr lang="ru-RU" dirty="0" smtClean="0"/>
              <a:t>Кодирование данных</a:t>
            </a:r>
          </a:p>
          <a:p>
            <a:pPr lvl="0"/>
            <a:r>
              <a:rPr lang="ru-RU" dirty="0" smtClean="0"/>
              <a:t>Материализация данных</a:t>
            </a:r>
          </a:p>
          <a:p>
            <a:pPr lvl="0"/>
            <a:r>
              <a:rPr lang="ru-RU" dirty="0" smtClean="0"/>
              <a:t>Структура хранимых записей</a:t>
            </a:r>
          </a:p>
          <a:p>
            <a:pPr lvl="0"/>
            <a:r>
              <a:rPr lang="ru-RU" dirty="0" smtClean="0"/>
              <a:t>Структура хранимых файлов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96" y="1460260"/>
            <a:ext cx="9108504" cy="320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84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08720"/>
            <a:ext cx="8928992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48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88640"/>
            <a:ext cx="7078210" cy="649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51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1272</TotalTime>
  <Words>283</Words>
  <Application>Microsoft Office PowerPoint</Application>
  <PresentationFormat>Экран (4:3)</PresentationFormat>
  <Paragraphs>57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Тема Office</vt:lpstr>
      <vt:lpstr>Презентация PowerPoint</vt:lpstr>
      <vt:lpstr>БД и СБД</vt:lpstr>
      <vt:lpstr>Упрощенная схема СБД</vt:lpstr>
      <vt:lpstr>Основные компоненты СБД</vt:lpstr>
      <vt:lpstr>Данные</vt:lpstr>
      <vt:lpstr>Программное обеспечение</vt:lpstr>
      <vt:lpstr>СУБД</vt:lpstr>
      <vt:lpstr>Пользователи</vt:lpstr>
      <vt:lpstr>Преимущества технологии БД* </vt:lpstr>
      <vt:lpstr>Преимущества централизованного подхода в управлении данными (1/2)</vt:lpstr>
      <vt:lpstr>Преимущества централизованного подхода в управлении данными (2/2)</vt:lpstr>
      <vt:lpstr>Независимость данных</vt:lpstr>
      <vt:lpstr>Аспекты структуры хранения данных, которые могут меняться</vt:lpstr>
      <vt:lpstr>Презентация PowerPoint</vt:lpstr>
      <vt:lpstr>Презентация PowerPoint</vt:lpstr>
      <vt:lpstr>Презентация PowerPoint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124</cp:revision>
  <dcterms:created xsi:type="dcterms:W3CDTF">2012-04-10T15:36:07Z</dcterms:created>
  <dcterms:modified xsi:type="dcterms:W3CDTF">2021-12-21T14:18:05Z</dcterms:modified>
</cp:coreProperties>
</file>